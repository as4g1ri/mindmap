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7" r:id="rId4"/>
  </p:sldMasterIdLst>
  <p:notesMasterIdLst>
    <p:notesMasterId r:id="rId20"/>
  </p:notesMasterIdLst>
  <p:handoutMasterIdLst>
    <p:handoutMasterId r:id="rId21"/>
  </p:handoutMasterIdLst>
  <p:sldIdLst>
    <p:sldId id="286" r:id="rId5"/>
    <p:sldId id="283" r:id="rId6"/>
    <p:sldId id="294" r:id="rId7"/>
    <p:sldId id="323" r:id="rId8"/>
    <p:sldId id="330" r:id="rId9"/>
    <p:sldId id="331" r:id="rId10"/>
    <p:sldId id="324" r:id="rId11"/>
    <p:sldId id="325" r:id="rId12"/>
    <p:sldId id="332" r:id="rId13"/>
    <p:sldId id="333" r:id="rId14"/>
    <p:sldId id="322" r:id="rId15"/>
    <p:sldId id="326" r:id="rId16"/>
    <p:sldId id="328" r:id="rId17"/>
    <p:sldId id="329" r:id="rId18"/>
    <p:sldId id="293" r:id="rId19"/>
  </p:sldIdLst>
  <p:sldSz cx="9144000" cy="6858000" type="screen4x3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5017" autoAdjust="0"/>
  </p:normalViewPr>
  <p:slideViewPr>
    <p:cSldViewPr snapToGrid="0">
      <p:cViewPr varScale="1">
        <p:scale>
          <a:sx n="78" d="100"/>
          <a:sy n="78" d="100"/>
        </p:scale>
        <p:origin x="155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иктория Назаренко" userId="c9671a1696db186c" providerId="LiveId" clId="{2CB31FDA-2909-448C-8221-06189965BC68}"/>
    <pc:docChg chg="undo custSel addSld delSld modSld sldOrd">
      <pc:chgData name="Виктория Назаренко" userId="c9671a1696db186c" providerId="LiveId" clId="{2CB31FDA-2909-448C-8221-06189965BC68}" dt="2026-06-08T21:32:45.909" v="2033" actId="1076"/>
      <pc:docMkLst>
        <pc:docMk/>
      </pc:docMkLst>
      <pc:sldChg chg="addSp delSp modSp mod ord">
        <pc:chgData name="Виктория Назаренко" userId="c9671a1696db186c" providerId="LiveId" clId="{2CB31FDA-2909-448C-8221-06189965BC68}" dt="2026-06-08T18:09:38.163" v="1682"/>
        <pc:sldMkLst>
          <pc:docMk/>
          <pc:sldMk cId="2640580721" sldId="283"/>
        </pc:sldMkLst>
        <pc:spChg chg="add del mod">
          <ac:chgData name="Виктория Назаренко" userId="c9671a1696db186c" providerId="LiveId" clId="{2CB31FDA-2909-448C-8221-06189965BC68}" dt="2026-06-08T11:51:52.570" v="698" actId="478"/>
          <ac:spMkLst>
            <pc:docMk/>
            <pc:sldMk cId="2640580721" sldId="283"/>
            <ac:spMk id="3" creationId="{69EBDADC-4149-9E8B-490D-47DE98A2B42E}"/>
          </ac:spMkLst>
        </pc:spChg>
        <pc:spChg chg="mod">
          <ac:chgData name="Виктория Назаренко" userId="c9671a1696db186c" providerId="LiveId" clId="{2CB31FDA-2909-448C-8221-06189965BC68}" dt="2026-06-08T11:51:58.932" v="699" actId="1076"/>
          <ac:spMkLst>
            <pc:docMk/>
            <pc:sldMk cId="2640580721" sldId="283"/>
            <ac:spMk id="14" creationId="{CAE962E4-EECE-B916-F079-D15544972A42}"/>
          </ac:spMkLst>
        </pc:spChg>
        <pc:spChg chg="mod">
          <ac:chgData name="Виктория Назаренко" userId="c9671a1696db186c" providerId="LiveId" clId="{2CB31FDA-2909-448C-8221-06189965BC68}" dt="2026-06-08T16:23:43.178" v="1560" actId="2711"/>
          <ac:spMkLst>
            <pc:docMk/>
            <pc:sldMk cId="2640580721" sldId="283"/>
            <ac:spMk id="16" creationId="{06556D3B-5637-AF56-5C14-2C087444E72C}"/>
          </ac:spMkLst>
        </pc:spChg>
        <pc:spChg chg="mod">
          <ac:chgData name="Виктория Назаренко" userId="c9671a1696db186c" providerId="LiveId" clId="{2CB31FDA-2909-448C-8221-06189965BC68}" dt="2026-06-08T16:23:47.390" v="1561" actId="2711"/>
          <ac:spMkLst>
            <pc:docMk/>
            <pc:sldMk cId="2640580721" sldId="283"/>
            <ac:spMk id="18" creationId="{721A5761-3100-8516-2752-4C67F316B1D2}"/>
          </ac:spMkLst>
        </pc:spChg>
      </pc:sldChg>
      <pc:sldChg chg="modSp mod">
        <pc:chgData name="Виктория Назаренко" userId="c9671a1696db186c" providerId="LiveId" clId="{2CB31FDA-2909-448C-8221-06189965BC68}" dt="2026-06-08T11:38:15.120" v="105" actId="20577"/>
        <pc:sldMkLst>
          <pc:docMk/>
          <pc:sldMk cId="796331228" sldId="286"/>
        </pc:sldMkLst>
        <pc:spChg chg="mod">
          <ac:chgData name="Виктория Назаренко" userId="c9671a1696db186c" providerId="LiveId" clId="{2CB31FDA-2909-448C-8221-06189965BC68}" dt="2026-06-08T11:38:15.120" v="105" actId="20577"/>
          <ac:spMkLst>
            <pc:docMk/>
            <pc:sldMk cId="796331228" sldId="286"/>
            <ac:spMk id="6" creationId="{CE09A200-4838-4284-BD1E-19701CABB5FE}"/>
          </ac:spMkLst>
        </pc:spChg>
        <pc:spChg chg="mod">
          <ac:chgData name="Виктория Назаренко" userId="c9671a1696db186c" providerId="LiveId" clId="{2CB31FDA-2909-448C-8221-06189965BC68}" dt="2026-06-08T10:51:02.824" v="20" actId="20577"/>
          <ac:spMkLst>
            <pc:docMk/>
            <pc:sldMk cId="796331228" sldId="286"/>
            <ac:spMk id="12" creationId="{075FAD5C-B916-B159-3BC0-C3B0314FB72B}"/>
          </ac:spMkLst>
        </pc:spChg>
      </pc:sldChg>
      <pc:sldChg chg="del">
        <pc:chgData name="Виктория Назаренко" userId="c9671a1696db186c" providerId="LiveId" clId="{2CB31FDA-2909-448C-8221-06189965BC68}" dt="2026-06-08T14:42:10.086" v="1356" actId="47"/>
        <pc:sldMkLst>
          <pc:docMk/>
          <pc:sldMk cId="380154571" sldId="287"/>
        </pc:sldMkLst>
      </pc:sldChg>
      <pc:sldChg chg="addSp modSp mod">
        <pc:chgData name="Виктория Назаренко" userId="c9671a1696db186c" providerId="LiveId" clId="{2CB31FDA-2909-448C-8221-06189965BC68}" dt="2026-06-08T21:32:45.909" v="2033" actId="1076"/>
        <pc:sldMkLst>
          <pc:docMk/>
          <pc:sldMk cId="3291867903" sldId="293"/>
        </pc:sldMkLst>
        <pc:spChg chg="add mod">
          <ac:chgData name="Виктория Назаренко" userId="c9671a1696db186c" providerId="LiveId" clId="{2CB31FDA-2909-448C-8221-06189965BC68}" dt="2026-06-08T21:32:45.909" v="2033" actId="1076"/>
          <ac:spMkLst>
            <pc:docMk/>
            <pc:sldMk cId="3291867903" sldId="293"/>
            <ac:spMk id="4" creationId="{F77A7E4C-9942-0A08-EE7E-3790D5632DCC}"/>
          </ac:spMkLst>
        </pc:spChg>
        <pc:spChg chg="mod">
          <ac:chgData name="Виктория Назаренко" userId="c9671a1696db186c" providerId="LiveId" clId="{2CB31FDA-2909-448C-8221-06189965BC68}" dt="2026-06-08T21:31:39.317" v="1908" actId="14100"/>
          <ac:spMkLst>
            <pc:docMk/>
            <pc:sldMk cId="3291867903" sldId="293"/>
            <ac:spMk id="14" creationId="{8A08A74C-1B08-982C-E550-686E6833FF6D}"/>
          </ac:spMkLst>
        </pc:spChg>
        <pc:spChg chg="mod">
          <ac:chgData name="Виктория Назаренко" userId="c9671a1696db186c" providerId="LiveId" clId="{2CB31FDA-2909-448C-8221-06189965BC68}" dt="2026-06-08T21:29:56.755" v="1892" actId="1076"/>
          <ac:spMkLst>
            <pc:docMk/>
            <pc:sldMk cId="3291867903" sldId="293"/>
            <ac:spMk id="16" creationId="{F76CBB5B-A74C-021E-25D0-E72DC064E9D3}"/>
          </ac:spMkLst>
        </pc:spChg>
        <pc:picChg chg="add mod">
          <ac:chgData name="Виктория Назаренко" userId="c9671a1696db186c" providerId="LiveId" clId="{2CB31FDA-2909-448C-8221-06189965BC68}" dt="2026-06-08T21:31:54.279" v="1910" actId="1076"/>
          <ac:picMkLst>
            <pc:docMk/>
            <pc:sldMk cId="3291867903" sldId="293"/>
            <ac:picMk id="3" creationId="{6733D287-8D88-2C20-CBCE-C221BFA6111F}"/>
          </ac:picMkLst>
        </pc:picChg>
      </pc:sldChg>
      <pc:sldChg chg="addSp delSp modSp mod">
        <pc:chgData name="Виктория Назаренко" userId="c9671a1696db186c" providerId="LiveId" clId="{2CB31FDA-2909-448C-8221-06189965BC68}" dt="2026-06-08T14:10:53.667" v="1108" actId="948"/>
        <pc:sldMkLst>
          <pc:docMk/>
          <pc:sldMk cId="3474626805" sldId="294"/>
        </pc:sldMkLst>
        <pc:spChg chg="mod">
          <ac:chgData name="Виктория Назаренко" userId="c9671a1696db186c" providerId="LiveId" clId="{2CB31FDA-2909-448C-8221-06189965BC68}" dt="2026-06-08T14:09:40.030" v="1091" actId="1076"/>
          <ac:spMkLst>
            <pc:docMk/>
            <pc:sldMk cId="3474626805" sldId="294"/>
            <ac:spMk id="2" creationId="{D9BCAB79-3943-DE0F-5AE0-B1009A59B1EC}"/>
          </ac:spMkLst>
        </pc:spChg>
        <pc:spChg chg="add mod">
          <ac:chgData name="Виктория Назаренко" userId="c9671a1696db186c" providerId="LiveId" clId="{2CB31FDA-2909-448C-8221-06189965BC68}" dt="2026-06-08T14:09:29.814" v="1090" actId="1076"/>
          <ac:spMkLst>
            <pc:docMk/>
            <pc:sldMk cId="3474626805" sldId="294"/>
            <ac:spMk id="5" creationId="{42C6E442-BECF-1E11-C326-08956D1F0ADB}"/>
          </ac:spMkLst>
        </pc:spChg>
        <pc:spChg chg="add mod">
          <ac:chgData name="Виктория Назаренко" userId="c9671a1696db186c" providerId="LiveId" clId="{2CB31FDA-2909-448C-8221-06189965BC68}" dt="2026-06-08T14:10:53.667" v="1108" actId="948"/>
          <ac:spMkLst>
            <pc:docMk/>
            <pc:sldMk cId="3474626805" sldId="294"/>
            <ac:spMk id="8" creationId="{AC526D61-3CA5-4D15-E79C-8234405B87E8}"/>
          </ac:spMkLst>
        </pc:spChg>
        <pc:spChg chg="del mod">
          <ac:chgData name="Виктория Назаренко" userId="c9671a1696db186c" providerId="LiveId" clId="{2CB31FDA-2909-448C-8221-06189965BC68}" dt="2026-06-08T12:06:37.124" v="898" actId="478"/>
          <ac:spMkLst>
            <pc:docMk/>
            <pc:sldMk cId="3474626805" sldId="294"/>
            <ac:spMk id="14" creationId="{27D0D9EB-878E-5B8D-8779-F29DD0331028}"/>
          </ac:spMkLst>
        </pc:spChg>
        <pc:spChg chg="del mod">
          <ac:chgData name="Виктория Назаренко" userId="c9671a1696db186c" providerId="LiveId" clId="{2CB31FDA-2909-448C-8221-06189965BC68}" dt="2026-06-08T14:09:22.649" v="1089" actId="478"/>
          <ac:spMkLst>
            <pc:docMk/>
            <pc:sldMk cId="3474626805" sldId="294"/>
            <ac:spMk id="16" creationId="{D8A7E7BD-0F79-3EE0-1063-948E6B1EF8BC}"/>
          </ac:spMkLst>
        </pc:spChg>
      </pc:sldChg>
      <pc:sldChg chg="del">
        <pc:chgData name="Виктория Назаренко" userId="c9671a1696db186c" providerId="LiveId" clId="{2CB31FDA-2909-448C-8221-06189965BC68}" dt="2026-06-08T15:37:33.211" v="1460" actId="47"/>
        <pc:sldMkLst>
          <pc:docMk/>
          <pc:sldMk cId="766216997" sldId="306"/>
        </pc:sldMkLst>
      </pc:sldChg>
      <pc:sldChg chg="del">
        <pc:chgData name="Виктория Назаренко" userId="c9671a1696db186c" providerId="LiveId" clId="{2CB31FDA-2909-448C-8221-06189965BC68}" dt="2026-06-08T15:37:38.038" v="1463" actId="47"/>
        <pc:sldMkLst>
          <pc:docMk/>
          <pc:sldMk cId="2673037598" sldId="310"/>
        </pc:sldMkLst>
      </pc:sldChg>
      <pc:sldChg chg="del">
        <pc:chgData name="Виктория Назаренко" userId="c9671a1696db186c" providerId="LiveId" clId="{2CB31FDA-2909-448C-8221-06189965BC68}" dt="2026-06-08T15:39:46.944" v="1484" actId="47"/>
        <pc:sldMkLst>
          <pc:docMk/>
          <pc:sldMk cId="2357551882" sldId="311"/>
        </pc:sldMkLst>
      </pc:sldChg>
      <pc:sldChg chg="del">
        <pc:chgData name="Виктория Назаренко" userId="c9671a1696db186c" providerId="LiveId" clId="{2CB31FDA-2909-448C-8221-06189965BC68}" dt="2026-06-08T15:39:43.809" v="1482" actId="47"/>
        <pc:sldMkLst>
          <pc:docMk/>
          <pc:sldMk cId="2480577855" sldId="312"/>
        </pc:sldMkLst>
      </pc:sldChg>
      <pc:sldChg chg="del">
        <pc:chgData name="Виктория Назаренко" userId="c9671a1696db186c" providerId="LiveId" clId="{2CB31FDA-2909-448C-8221-06189965BC68}" dt="2026-06-08T15:39:42.102" v="1481" actId="47"/>
        <pc:sldMkLst>
          <pc:docMk/>
          <pc:sldMk cId="1750489773" sldId="313"/>
        </pc:sldMkLst>
      </pc:sldChg>
      <pc:sldChg chg="del">
        <pc:chgData name="Виктория Назаренко" userId="c9671a1696db186c" providerId="LiveId" clId="{2CB31FDA-2909-448C-8221-06189965BC68}" dt="2026-06-08T15:39:40.686" v="1480" actId="47"/>
        <pc:sldMkLst>
          <pc:docMk/>
          <pc:sldMk cId="3625250280" sldId="314"/>
        </pc:sldMkLst>
      </pc:sldChg>
      <pc:sldChg chg="del">
        <pc:chgData name="Виктория Назаренко" userId="c9671a1696db186c" providerId="LiveId" clId="{2CB31FDA-2909-448C-8221-06189965BC68}" dt="2026-06-08T15:39:45.150" v="1483" actId="47"/>
        <pc:sldMkLst>
          <pc:docMk/>
          <pc:sldMk cId="204805994" sldId="316"/>
        </pc:sldMkLst>
      </pc:sldChg>
      <pc:sldChg chg="del">
        <pc:chgData name="Виктория Назаренко" userId="c9671a1696db186c" providerId="LiveId" clId="{2CB31FDA-2909-448C-8221-06189965BC68}" dt="2026-06-08T15:37:34.415" v="1461" actId="47"/>
        <pc:sldMkLst>
          <pc:docMk/>
          <pc:sldMk cId="1357497531" sldId="317"/>
        </pc:sldMkLst>
      </pc:sldChg>
      <pc:sldChg chg="del">
        <pc:chgData name="Виктория Назаренко" userId="c9671a1696db186c" providerId="LiveId" clId="{2CB31FDA-2909-448C-8221-06189965BC68}" dt="2026-06-08T15:37:31.967" v="1459" actId="47"/>
        <pc:sldMkLst>
          <pc:docMk/>
          <pc:sldMk cId="2008334827" sldId="318"/>
        </pc:sldMkLst>
      </pc:sldChg>
      <pc:sldChg chg="del">
        <pc:chgData name="Виктория Назаренко" userId="c9671a1696db186c" providerId="LiveId" clId="{2CB31FDA-2909-448C-8221-06189965BC68}" dt="2026-06-08T15:37:35.646" v="1462" actId="47"/>
        <pc:sldMkLst>
          <pc:docMk/>
          <pc:sldMk cId="3215530813" sldId="319"/>
        </pc:sldMkLst>
      </pc:sldChg>
      <pc:sldChg chg="del">
        <pc:chgData name="Виктория Назаренко" userId="c9671a1696db186c" providerId="LiveId" clId="{2CB31FDA-2909-448C-8221-06189965BC68}" dt="2026-06-08T15:37:29.901" v="1458" actId="47"/>
        <pc:sldMkLst>
          <pc:docMk/>
          <pc:sldMk cId="1126728409" sldId="321"/>
        </pc:sldMkLst>
      </pc:sldChg>
      <pc:sldChg chg="addSp delSp modSp mod">
        <pc:chgData name="Виктория Назаренко" userId="c9671a1696db186c" providerId="LiveId" clId="{2CB31FDA-2909-448C-8221-06189965BC68}" dt="2026-06-08T19:08:12.606" v="1884" actId="948"/>
        <pc:sldMkLst>
          <pc:docMk/>
          <pc:sldMk cId="2615808072" sldId="322"/>
        </pc:sldMkLst>
        <pc:spChg chg="add del mod">
          <ac:chgData name="Виктория Назаренко" userId="c9671a1696db186c" providerId="LiveId" clId="{2CB31FDA-2909-448C-8221-06189965BC68}" dt="2026-06-08T19:06:02.617" v="1880" actId="478"/>
          <ac:spMkLst>
            <pc:docMk/>
            <pc:sldMk cId="2615808072" sldId="322"/>
            <ac:spMk id="4" creationId="{3C9F3C9F-938C-D61C-869D-76924AD22856}"/>
          </ac:spMkLst>
        </pc:spChg>
        <pc:spChg chg="mod">
          <ac:chgData name="Виктория Назаренко" userId="c9671a1696db186c" providerId="LiveId" clId="{2CB31FDA-2909-448C-8221-06189965BC68}" dt="2026-06-08T16:26:54.884" v="1567" actId="1076"/>
          <ac:spMkLst>
            <pc:docMk/>
            <pc:sldMk cId="2615808072" sldId="322"/>
            <ac:spMk id="5" creationId="{3E73B612-A45F-4F65-E0A1-F60EF21404D7}"/>
          </ac:spMkLst>
        </pc:spChg>
        <pc:spChg chg="add mod">
          <ac:chgData name="Виктория Назаренко" userId="c9671a1696db186c" providerId="LiveId" clId="{2CB31FDA-2909-448C-8221-06189965BC68}" dt="2026-06-08T19:08:12.606" v="1884" actId="948"/>
          <ac:spMkLst>
            <pc:docMk/>
            <pc:sldMk cId="2615808072" sldId="322"/>
            <ac:spMk id="7" creationId="{5E22AF25-F959-F060-FAFC-F9A25F8812FE}"/>
          </ac:spMkLst>
        </pc:spChg>
        <pc:spChg chg="del">
          <ac:chgData name="Виктория Назаренко" userId="c9671a1696db186c" providerId="LiveId" clId="{2CB31FDA-2909-448C-8221-06189965BC68}" dt="2026-06-08T15:25:13.437" v="1359" actId="478"/>
          <ac:spMkLst>
            <pc:docMk/>
            <pc:sldMk cId="2615808072" sldId="322"/>
            <ac:spMk id="12" creationId="{E92CF41E-427D-DC2C-886E-DB24ACC61345}"/>
          </ac:spMkLst>
        </pc:spChg>
        <pc:picChg chg="del">
          <ac:chgData name="Виктория Назаренко" userId="c9671a1696db186c" providerId="LiveId" clId="{2CB31FDA-2909-448C-8221-06189965BC68}" dt="2026-06-08T15:25:06.595" v="1357" actId="478"/>
          <ac:picMkLst>
            <pc:docMk/>
            <pc:sldMk cId="2615808072" sldId="322"/>
            <ac:picMk id="3" creationId="{491E8766-28E0-745B-0C99-CFB2DD5F9902}"/>
          </ac:picMkLst>
        </pc:picChg>
      </pc:sldChg>
      <pc:sldChg chg="addSp delSp modSp add mod">
        <pc:chgData name="Виктория Назаренко" userId="c9671a1696db186c" providerId="LiveId" clId="{2CB31FDA-2909-448C-8221-06189965BC68}" dt="2026-06-08T18:33:53.542" v="1761" actId="1076"/>
        <pc:sldMkLst>
          <pc:docMk/>
          <pc:sldMk cId="1932133125" sldId="323"/>
        </pc:sldMkLst>
        <pc:spChg chg="del">
          <ac:chgData name="Виктория Назаренко" userId="c9671a1696db186c" providerId="LiveId" clId="{2CB31FDA-2909-448C-8221-06189965BC68}" dt="2026-06-08T14:15:11.501" v="1127" actId="478"/>
          <ac:spMkLst>
            <pc:docMk/>
            <pc:sldMk cId="1932133125" sldId="323"/>
            <ac:spMk id="2" creationId="{DFFBC12D-B115-58C5-EE20-71C63F4F6EFF}"/>
          </ac:spMkLst>
        </pc:spChg>
        <pc:spChg chg="add mod">
          <ac:chgData name="Виктория Назаренко" userId="c9671a1696db186c" providerId="LiveId" clId="{2CB31FDA-2909-448C-8221-06189965BC68}" dt="2026-06-08T18:33:48.596" v="1759" actId="1076"/>
          <ac:spMkLst>
            <pc:docMk/>
            <pc:sldMk cId="1932133125" sldId="323"/>
            <ac:spMk id="3" creationId="{06B39118-4E25-31A3-B14A-324CCCC38847}"/>
          </ac:spMkLst>
        </pc:spChg>
        <pc:spChg chg="del">
          <ac:chgData name="Виктория Назаренко" userId="c9671a1696db186c" providerId="LiveId" clId="{2CB31FDA-2909-448C-8221-06189965BC68}" dt="2026-06-08T14:15:14.512" v="1128" actId="478"/>
          <ac:spMkLst>
            <pc:docMk/>
            <pc:sldMk cId="1932133125" sldId="323"/>
            <ac:spMk id="5" creationId="{F0357198-3117-BC87-0BB3-946D539B14FF}"/>
          </ac:spMkLst>
        </pc:spChg>
        <pc:spChg chg="mod">
          <ac:chgData name="Виктория Назаренко" userId="c9671a1696db186c" providerId="LiveId" clId="{2CB31FDA-2909-448C-8221-06189965BC68}" dt="2026-06-08T17:00:13.880" v="1575" actId="1076"/>
          <ac:spMkLst>
            <pc:docMk/>
            <pc:sldMk cId="1932133125" sldId="323"/>
            <ac:spMk id="6" creationId="{225F67EC-F884-B46B-38AE-E18CA2EDA69C}"/>
          </ac:spMkLst>
        </pc:spChg>
        <pc:spChg chg="add mod">
          <ac:chgData name="Виктория Назаренко" userId="c9671a1696db186c" providerId="LiveId" clId="{2CB31FDA-2909-448C-8221-06189965BC68}" dt="2026-06-08T18:33:41.393" v="1757" actId="403"/>
          <ac:spMkLst>
            <pc:docMk/>
            <pc:sldMk cId="1932133125" sldId="323"/>
            <ac:spMk id="7" creationId="{24001D3A-6899-FFC4-61BB-7FF264F577CC}"/>
          </ac:spMkLst>
        </pc:spChg>
        <pc:spChg chg="add mod">
          <ac:chgData name="Виктория Назаренко" userId="c9671a1696db186c" providerId="LiveId" clId="{2CB31FDA-2909-448C-8221-06189965BC68}" dt="2026-06-08T18:33:53.542" v="1761" actId="1076"/>
          <ac:spMkLst>
            <pc:docMk/>
            <pc:sldMk cId="1932133125" sldId="323"/>
            <ac:spMk id="8" creationId="{054992D6-0895-614A-1BCA-B649CF15810E}"/>
          </ac:spMkLst>
        </pc:spChg>
        <pc:spChg chg="del">
          <ac:chgData name="Виктория Назаренко" userId="c9671a1696db186c" providerId="LiveId" clId="{2CB31FDA-2909-448C-8221-06189965BC68}" dt="2026-06-08T14:14:58.899" v="1126" actId="478"/>
          <ac:spMkLst>
            <pc:docMk/>
            <pc:sldMk cId="1932133125" sldId="323"/>
            <ac:spMk id="8" creationId="{A292E0D1-7051-73F9-FDBD-FDF61C7B87DD}"/>
          </ac:spMkLst>
        </pc:spChg>
        <pc:spChg chg="add del mod">
          <ac:chgData name="Виктория Назаренко" userId="c9671a1696db186c" providerId="LiveId" clId="{2CB31FDA-2909-448C-8221-06189965BC68}" dt="2026-06-08T17:01:25.146" v="1605" actId="478"/>
          <ac:spMkLst>
            <pc:docMk/>
            <pc:sldMk cId="1932133125" sldId="323"/>
            <ac:spMk id="10" creationId="{FA8C990D-D076-0D0A-4827-3A4B8AD33F0C}"/>
          </ac:spMkLst>
        </pc:spChg>
      </pc:sldChg>
      <pc:sldChg chg="addSp delSp modSp add mod">
        <pc:chgData name="Виктория Назаренко" userId="c9671a1696db186c" providerId="LiveId" clId="{2CB31FDA-2909-448C-8221-06189965BC68}" dt="2026-06-08T17:04:19.319" v="1667" actId="20577"/>
        <pc:sldMkLst>
          <pc:docMk/>
          <pc:sldMk cId="610162591" sldId="324"/>
        </pc:sldMkLst>
        <pc:spChg chg="add mod">
          <ac:chgData name="Виктория Назаренко" userId="c9671a1696db186c" providerId="LiveId" clId="{2CB31FDA-2909-448C-8221-06189965BC68}" dt="2026-06-08T14:39:13.786" v="1323" actId="20577"/>
          <ac:spMkLst>
            <pc:docMk/>
            <pc:sldMk cId="610162591" sldId="324"/>
            <ac:spMk id="3" creationId="{7A3456CD-819A-1E25-4911-6E8560B63D60}"/>
          </ac:spMkLst>
        </pc:spChg>
        <pc:spChg chg="mod">
          <ac:chgData name="Виктория Назаренко" userId="c9671a1696db186c" providerId="LiveId" clId="{2CB31FDA-2909-448C-8221-06189965BC68}" dt="2026-06-08T17:04:19.319" v="1667" actId="20577"/>
          <ac:spMkLst>
            <pc:docMk/>
            <pc:sldMk cId="610162591" sldId="324"/>
            <ac:spMk id="6" creationId="{97157308-5E36-B8CB-3C8E-E21B4A565105}"/>
          </ac:spMkLst>
        </pc:spChg>
        <pc:spChg chg="del">
          <ac:chgData name="Виктория Назаренко" userId="c9671a1696db186c" providerId="LiveId" clId="{2CB31FDA-2909-448C-8221-06189965BC68}" dt="2026-06-08T14:34:27.678" v="1289" actId="478"/>
          <ac:spMkLst>
            <pc:docMk/>
            <pc:sldMk cId="610162591" sldId="324"/>
            <ac:spMk id="7" creationId="{9D1D4BE2-E693-A592-53AD-0C3F8887B9DF}"/>
          </ac:spMkLst>
        </pc:spChg>
        <pc:spChg chg="del">
          <ac:chgData name="Виктория Назаренко" userId="c9671a1696db186c" providerId="LiveId" clId="{2CB31FDA-2909-448C-8221-06189965BC68}" dt="2026-06-08T14:34:24.675" v="1288" actId="478"/>
          <ac:spMkLst>
            <pc:docMk/>
            <pc:sldMk cId="610162591" sldId="324"/>
            <ac:spMk id="10" creationId="{4053102A-9238-B426-811E-B31A38862B8F}"/>
          </ac:spMkLst>
        </pc:spChg>
        <pc:spChg chg="add mod">
          <ac:chgData name="Виктория Назаренко" userId="c9671a1696db186c" providerId="LiveId" clId="{2CB31FDA-2909-448C-8221-06189965BC68}" dt="2026-06-08T14:40:53.855" v="1344" actId="20577"/>
          <ac:spMkLst>
            <pc:docMk/>
            <pc:sldMk cId="610162591" sldId="324"/>
            <ac:spMk id="11" creationId="{2D799EB1-2ADD-647F-5931-81EFB912F48B}"/>
          </ac:spMkLst>
        </pc:spChg>
        <pc:picChg chg="add del mod">
          <ac:chgData name="Виктория Назаренко" userId="c9671a1696db186c" providerId="LiveId" clId="{2CB31FDA-2909-448C-8221-06189965BC68}" dt="2026-06-08T14:37:28.843" v="1307" actId="478"/>
          <ac:picMkLst>
            <pc:docMk/>
            <pc:sldMk cId="610162591" sldId="324"/>
            <ac:picMk id="8" creationId="{E31775B2-BEF0-ED64-AF0E-15C3BCA560C0}"/>
          </ac:picMkLst>
        </pc:picChg>
      </pc:sldChg>
      <pc:sldChg chg="addSp delSp modSp add mod ord">
        <pc:chgData name="Виктория Назаренко" userId="c9671a1696db186c" providerId="LiveId" clId="{2CB31FDA-2909-448C-8221-06189965BC68}" dt="2026-06-08T17:04:50.747" v="1670"/>
        <pc:sldMkLst>
          <pc:docMk/>
          <pc:sldMk cId="3443503410" sldId="325"/>
        </pc:sldMkLst>
        <pc:spChg chg="del">
          <ac:chgData name="Виктория Назаренко" userId="c9671a1696db186c" providerId="LiveId" clId="{2CB31FDA-2909-448C-8221-06189965BC68}" dt="2026-06-08T14:41:44.841" v="1351" actId="478"/>
          <ac:spMkLst>
            <pc:docMk/>
            <pc:sldMk cId="3443503410" sldId="325"/>
            <ac:spMk id="3" creationId="{569473B3-5A99-FDC1-903F-F10DC1ED0EF0}"/>
          </ac:spMkLst>
        </pc:spChg>
        <pc:spChg chg="add del">
          <ac:chgData name="Виктория Назаренко" userId="c9671a1696db186c" providerId="LiveId" clId="{2CB31FDA-2909-448C-8221-06189965BC68}" dt="2026-06-08T14:41:32.648" v="1348" actId="478"/>
          <ac:spMkLst>
            <pc:docMk/>
            <pc:sldMk cId="3443503410" sldId="325"/>
            <ac:spMk id="5" creationId="{4F9444AB-E59C-AF3E-DC73-B98EBFFD807B}"/>
          </ac:spMkLst>
        </pc:spChg>
        <pc:spChg chg="add mod">
          <ac:chgData name="Виктория Назаренко" userId="c9671a1696db186c" providerId="LiveId" clId="{2CB31FDA-2909-448C-8221-06189965BC68}" dt="2026-06-08T15:57:05.959" v="1511" actId="1076"/>
          <ac:spMkLst>
            <pc:docMk/>
            <pc:sldMk cId="3443503410" sldId="325"/>
            <ac:spMk id="9" creationId="{7FB7E30C-5259-5816-B957-28BC876405CC}"/>
          </ac:spMkLst>
        </pc:spChg>
        <pc:spChg chg="del">
          <ac:chgData name="Виктория Назаренко" userId="c9671a1696db186c" providerId="LiveId" clId="{2CB31FDA-2909-448C-8221-06189965BC68}" dt="2026-06-08T14:41:29.911" v="1346" actId="478"/>
          <ac:spMkLst>
            <pc:docMk/>
            <pc:sldMk cId="3443503410" sldId="325"/>
            <ac:spMk id="11" creationId="{4C8B2194-CECE-F9AF-2168-675723CFBBE1}"/>
          </ac:spMkLst>
        </pc:spChg>
        <pc:picChg chg="add mod">
          <ac:chgData name="Виктория Назаренко" userId="c9671a1696db186c" providerId="LiveId" clId="{2CB31FDA-2909-448C-8221-06189965BC68}" dt="2026-06-08T14:41:56.796" v="1355" actId="14100"/>
          <ac:picMkLst>
            <pc:docMk/>
            <pc:sldMk cId="3443503410" sldId="325"/>
            <ac:picMk id="8" creationId="{39CD1777-9E06-2D4B-410D-ECADF53AF147}"/>
          </ac:picMkLst>
        </pc:picChg>
      </pc:sldChg>
      <pc:sldChg chg="addSp delSp modSp add mod ord">
        <pc:chgData name="Виктория Назаренко" userId="c9671a1696db186c" providerId="LiveId" clId="{2CB31FDA-2909-448C-8221-06189965BC68}" dt="2026-06-08T16:23:15.328" v="1555"/>
        <pc:sldMkLst>
          <pc:docMk/>
          <pc:sldMk cId="4110094521" sldId="326"/>
        </pc:sldMkLst>
        <pc:spChg chg="add del mod">
          <ac:chgData name="Виктория Назаренко" userId="c9671a1696db186c" providerId="LiveId" clId="{2CB31FDA-2909-448C-8221-06189965BC68}" dt="2026-06-08T16:22:57.885" v="1553" actId="14100"/>
          <ac:spMkLst>
            <pc:docMk/>
            <pc:sldMk cId="4110094521" sldId="326"/>
            <ac:spMk id="6" creationId="{F26CC62C-15C7-4772-D2BD-63E5F99471A5}"/>
          </ac:spMkLst>
        </pc:spChg>
        <pc:spChg chg="mod">
          <ac:chgData name="Виктория Назаренко" userId="c9671a1696db186c" providerId="LiveId" clId="{2CB31FDA-2909-448C-8221-06189965BC68}" dt="2026-06-08T15:54:56.141" v="1495" actId="20577"/>
          <ac:spMkLst>
            <pc:docMk/>
            <pc:sldMk cId="4110094521" sldId="326"/>
            <ac:spMk id="9" creationId="{9719C386-0717-B88E-0C31-2A4828DD6A19}"/>
          </ac:spMkLst>
        </pc:spChg>
        <pc:picChg chg="add mod">
          <ac:chgData name="Виктория Назаренко" userId="c9671a1696db186c" providerId="LiveId" clId="{2CB31FDA-2909-448C-8221-06189965BC68}" dt="2026-06-08T15:56:57.629" v="1510" actId="1076"/>
          <ac:picMkLst>
            <pc:docMk/>
            <pc:sldMk cId="4110094521" sldId="326"/>
            <ac:picMk id="3" creationId="{2A9459CB-203A-8706-71E0-9EAC7BE7E4F6}"/>
          </ac:picMkLst>
        </pc:picChg>
        <pc:picChg chg="del">
          <ac:chgData name="Виктория Назаренко" userId="c9671a1696db186c" providerId="LiveId" clId="{2CB31FDA-2909-448C-8221-06189965BC68}" dt="2026-06-08T15:33:46.351" v="1417" actId="478"/>
          <ac:picMkLst>
            <pc:docMk/>
            <pc:sldMk cId="4110094521" sldId="326"/>
            <ac:picMk id="8" creationId="{8C8195A9-E8F5-4DBF-AAEE-DB0D55336595}"/>
          </ac:picMkLst>
        </pc:picChg>
      </pc:sldChg>
      <pc:sldChg chg="addSp delSp modSp add del mod">
        <pc:chgData name="Виктория Назаренко" userId="c9671a1696db186c" providerId="LiveId" clId="{2CB31FDA-2909-448C-8221-06189965BC68}" dt="2026-06-08T15:52:26.451" v="1489" actId="47"/>
        <pc:sldMkLst>
          <pc:docMk/>
          <pc:sldMk cId="808701378" sldId="327"/>
        </pc:sldMkLst>
        <pc:spChg chg="del">
          <ac:chgData name="Виктория Назаренко" userId="c9671a1696db186c" providerId="LiveId" clId="{2CB31FDA-2909-448C-8221-06189965BC68}" dt="2026-06-08T15:35:35.612" v="1423" actId="478"/>
          <ac:spMkLst>
            <pc:docMk/>
            <pc:sldMk cId="808701378" sldId="327"/>
            <ac:spMk id="4" creationId="{95407848-A79C-80C8-6DB3-9B63F3E4481C}"/>
          </ac:spMkLst>
        </pc:spChg>
        <pc:spChg chg="mod">
          <ac:chgData name="Виктория Назаренко" userId="c9671a1696db186c" providerId="LiveId" clId="{2CB31FDA-2909-448C-8221-06189965BC68}" dt="2026-06-08T15:36:16.274" v="1456" actId="1076"/>
          <ac:spMkLst>
            <pc:docMk/>
            <pc:sldMk cId="808701378" sldId="327"/>
            <ac:spMk id="5" creationId="{4947B968-8DC1-3D2D-758C-B65F02711264}"/>
          </ac:spMkLst>
        </pc:spChg>
        <pc:spChg chg="del">
          <ac:chgData name="Виктория Назаренко" userId="c9671a1696db186c" providerId="LiveId" clId="{2CB31FDA-2909-448C-8221-06189965BC68}" dt="2026-06-08T15:35:30.399" v="1420" actId="478"/>
          <ac:spMkLst>
            <pc:docMk/>
            <pc:sldMk cId="808701378" sldId="327"/>
            <ac:spMk id="7" creationId="{6D82D871-68EB-618C-DF19-008BCD3345BB}"/>
          </ac:spMkLst>
        </pc:spChg>
        <pc:picChg chg="add mod">
          <ac:chgData name="Виктория Назаренко" userId="c9671a1696db186c" providerId="LiveId" clId="{2CB31FDA-2909-448C-8221-06189965BC68}" dt="2026-06-08T15:36:22.548" v="1457" actId="1076"/>
          <ac:picMkLst>
            <pc:docMk/>
            <pc:sldMk cId="808701378" sldId="327"/>
            <ac:picMk id="3" creationId="{49B7C469-15BD-2D4A-F400-372A62EB7EAB}"/>
          </ac:picMkLst>
        </pc:picChg>
      </pc:sldChg>
      <pc:sldChg chg="addSp delSp modSp add mod">
        <pc:chgData name="Виктория Назаренко" userId="c9671a1696db186c" providerId="LiveId" clId="{2CB31FDA-2909-448C-8221-06189965BC68}" dt="2026-06-08T15:55:47.872" v="1502"/>
        <pc:sldMkLst>
          <pc:docMk/>
          <pc:sldMk cId="3636223407" sldId="328"/>
        </pc:sldMkLst>
        <pc:spChg chg="add mod">
          <ac:chgData name="Виктория Назаренко" userId="c9671a1696db186c" providerId="LiveId" clId="{2CB31FDA-2909-448C-8221-06189965BC68}" dt="2026-06-08T15:55:47.872" v="1502"/>
          <ac:spMkLst>
            <pc:docMk/>
            <pc:sldMk cId="3636223407" sldId="328"/>
            <ac:spMk id="6" creationId="{4330FC30-CBE2-520F-5198-1C45CC9FE32B}"/>
          </ac:spMkLst>
        </pc:spChg>
        <pc:picChg chg="del">
          <ac:chgData name="Виктория Назаренко" userId="c9671a1696db186c" providerId="LiveId" clId="{2CB31FDA-2909-448C-8221-06189965BC68}" dt="2026-06-08T15:51:30.448" v="1487" actId="478"/>
          <ac:picMkLst>
            <pc:docMk/>
            <pc:sldMk cId="3636223407" sldId="328"/>
            <ac:picMk id="3" creationId="{E1E8C018-F9BF-C41E-93DF-C149D6BDD8BA}"/>
          </ac:picMkLst>
        </pc:picChg>
        <pc:picChg chg="add">
          <ac:chgData name="Виктория Назаренко" userId="c9671a1696db186c" providerId="LiveId" clId="{2CB31FDA-2909-448C-8221-06189965BC68}" dt="2026-06-08T15:51:31.413" v="1488" actId="22"/>
          <ac:picMkLst>
            <pc:docMk/>
            <pc:sldMk cId="3636223407" sldId="328"/>
            <ac:picMk id="4" creationId="{4FC1998A-C128-82C4-ECB1-22A3691EDE71}"/>
          </ac:picMkLst>
        </pc:picChg>
      </pc:sldChg>
      <pc:sldChg chg="addSp modSp add mod">
        <pc:chgData name="Виктория Назаренко" userId="c9671a1696db186c" providerId="LiveId" clId="{2CB31FDA-2909-448C-8221-06189965BC68}" dt="2026-06-08T16:24:17.352" v="1562" actId="1076"/>
        <pc:sldMkLst>
          <pc:docMk/>
          <pc:sldMk cId="1443470079" sldId="329"/>
        </pc:sldMkLst>
        <pc:spChg chg="add mod">
          <ac:chgData name="Виктория Назаренко" userId="c9671a1696db186c" providerId="LiveId" clId="{2CB31FDA-2909-448C-8221-06189965BC68}" dt="2026-06-08T16:24:17.352" v="1562" actId="1076"/>
          <ac:spMkLst>
            <pc:docMk/>
            <pc:sldMk cId="1443470079" sldId="329"/>
            <ac:spMk id="2" creationId="{E3FC56EA-45FB-258E-FE76-2A7BA541643F}"/>
          </ac:spMkLst>
        </pc:spChg>
        <pc:picChg chg="mod">
          <ac:chgData name="Виктория Назаренко" userId="c9671a1696db186c" providerId="LiveId" clId="{2CB31FDA-2909-448C-8221-06189965BC68}" dt="2026-06-08T15:56:16.391" v="1508" actId="1076"/>
          <ac:picMkLst>
            <pc:docMk/>
            <pc:sldMk cId="1443470079" sldId="329"/>
            <ac:picMk id="3" creationId="{FE4F0BEB-EE7D-34FC-0E98-B0FC2525B1AF}"/>
          </ac:picMkLst>
        </pc:picChg>
      </pc:sldChg>
      <pc:sldChg chg="addSp delSp modSp add mod">
        <pc:chgData name="Виктория Назаренко" userId="c9671a1696db186c" providerId="LiveId" clId="{2CB31FDA-2909-448C-8221-06189965BC68}" dt="2026-06-08T18:51:26.756" v="1870" actId="20577"/>
        <pc:sldMkLst>
          <pc:docMk/>
          <pc:sldMk cId="2388313762" sldId="330"/>
        </pc:sldMkLst>
        <pc:spChg chg="add del">
          <ac:chgData name="Виктория Назаренко" userId="c9671a1696db186c" providerId="LiveId" clId="{2CB31FDA-2909-448C-8221-06189965BC68}" dt="2026-06-08T17:03:13.207" v="1626" actId="22"/>
          <ac:spMkLst>
            <pc:docMk/>
            <pc:sldMk cId="2388313762" sldId="330"/>
            <ac:spMk id="3" creationId="{1D1517BC-EDF5-5707-A099-692CA8E24755}"/>
          </ac:spMkLst>
        </pc:spChg>
        <pc:spChg chg="mod">
          <ac:chgData name="Виктория Назаренко" userId="c9671a1696db186c" providerId="LiveId" clId="{2CB31FDA-2909-448C-8221-06189965BC68}" dt="2026-06-08T17:00:49.919" v="1589" actId="1076"/>
          <ac:spMkLst>
            <pc:docMk/>
            <pc:sldMk cId="2388313762" sldId="330"/>
            <ac:spMk id="6" creationId="{57EC3965-52AA-985D-56CE-20829A1AF23F}"/>
          </ac:spMkLst>
        </pc:spChg>
        <pc:spChg chg="mod">
          <ac:chgData name="Виктория Назаренко" userId="c9671a1696db186c" providerId="LiveId" clId="{2CB31FDA-2909-448C-8221-06189965BC68}" dt="2026-06-08T18:33:07.383" v="1754" actId="255"/>
          <ac:spMkLst>
            <pc:docMk/>
            <pc:sldMk cId="2388313762" sldId="330"/>
            <ac:spMk id="7" creationId="{D71C7BCA-DF98-6099-34F9-C2CC0AC67ACB}"/>
          </ac:spMkLst>
        </pc:spChg>
        <pc:spChg chg="add mod">
          <ac:chgData name="Виктория Назаренко" userId="c9671a1696db186c" providerId="LiveId" clId="{2CB31FDA-2909-448C-8221-06189965BC68}" dt="2026-06-08T18:32:52.863" v="1753" actId="1076"/>
          <ac:spMkLst>
            <pc:docMk/>
            <pc:sldMk cId="2388313762" sldId="330"/>
            <ac:spMk id="8" creationId="{78D2B082-6048-2ADE-242F-1683E53BE1D1}"/>
          </ac:spMkLst>
        </pc:spChg>
        <pc:spChg chg="del">
          <ac:chgData name="Виктория Назаренко" userId="c9671a1696db186c" providerId="LiveId" clId="{2CB31FDA-2909-448C-8221-06189965BC68}" dt="2026-06-08T17:01:29.157" v="1606" actId="478"/>
          <ac:spMkLst>
            <pc:docMk/>
            <pc:sldMk cId="2388313762" sldId="330"/>
            <ac:spMk id="10" creationId="{ABBB638D-230D-F739-7B75-C2BBA92F24FF}"/>
          </ac:spMkLst>
        </pc:spChg>
        <pc:spChg chg="add mod">
          <ac:chgData name="Виктория Назаренко" userId="c9671a1696db186c" providerId="LiveId" clId="{2CB31FDA-2909-448C-8221-06189965BC68}" dt="2026-06-08T18:51:26.756" v="1870" actId="20577"/>
          <ac:spMkLst>
            <pc:docMk/>
            <pc:sldMk cId="2388313762" sldId="330"/>
            <ac:spMk id="11" creationId="{A04833F5-6A74-0167-3C31-834B547A4648}"/>
          </ac:spMkLst>
        </pc:spChg>
      </pc:sldChg>
      <pc:sldChg chg="addSp delSp modSp add mod">
        <pc:chgData name="Виктория Назаренко" userId="c9671a1696db186c" providerId="LiveId" clId="{2CB31FDA-2909-448C-8221-06189965BC68}" dt="2026-06-08T19:17:04.772" v="1890" actId="20577"/>
        <pc:sldMkLst>
          <pc:docMk/>
          <pc:sldMk cId="4034551996" sldId="331"/>
        </pc:sldMkLst>
        <pc:spChg chg="add mod">
          <ac:chgData name="Виктория Назаренко" userId="c9671a1696db186c" providerId="LiveId" clId="{2CB31FDA-2909-448C-8221-06189965BC68}" dt="2026-06-08T18:36:49.339" v="1781" actId="1076"/>
          <ac:spMkLst>
            <pc:docMk/>
            <pc:sldMk cId="4034551996" sldId="331"/>
            <ac:spMk id="3" creationId="{121CA182-2E92-66E4-3519-4D8E188D5E29}"/>
          </ac:spMkLst>
        </pc:spChg>
        <pc:spChg chg="mod">
          <ac:chgData name="Виктория Назаренко" userId="c9671a1696db186c" providerId="LiveId" clId="{2CB31FDA-2909-448C-8221-06189965BC68}" dt="2026-06-08T17:01:04.746" v="1594" actId="1076"/>
          <ac:spMkLst>
            <pc:docMk/>
            <pc:sldMk cId="4034551996" sldId="331"/>
            <ac:spMk id="6" creationId="{F5393527-D193-E882-2666-A40B29B91C48}"/>
          </ac:spMkLst>
        </pc:spChg>
        <pc:spChg chg="mod">
          <ac:chgData name="Виктория Назаренко" userId="c9671a1696db186c" providerId="LiveId" clId="{2CB31FDA-2909-448C-8221-06189965BC68}" dt="2026-06-08T18:34:25.430" v="1766" actId="20577"/>
          <ac:spMkLst>
            <pc:docMk/>
            <pc:sldMk cId="4034551996" sldId="331"/>
            <ac:spMk id="7" creationId="{59CCD114-21DC-E751-FAE8-C9790AA92891}"/>
          </ac:spMkLst>
        </pc:spChg>
        <pc:spChg chg="add mod">
          <ac:chgData name="Виктория Назаренко" userId="c9671a1696db186c" providerId="LiveId" clId="{2CB31FDA-2909-448C-8221-06189965BC68}" dt="2026-06-08T19:17:04.772" v="1890" actId="20577"/>
          <ac:spMkLst>
            <pc:docMk/>
            <pc:sldMk cId="4034551996" sldId="331"/>
            <ac:spMk id="8" creationId="{75F6A254-442A-2BD1-D7C0-96BFEC6D56A9}"/>
          </ac:spMkLst>
        </pc:spChg>
        <pc:spChg chg="del">
          <ac:chgData name="Виктория Назаренко" userId="c9671a1696db186c" providerId="LiveId" clId="{2CB31FDA-2909-448C-8221-06189965BC68}" dt="2026-06-08T17:01:33.419" v="1607" actId="478"/>
          <ac:spMkLst>
            <pc:docMk/>
            <pc:sldMk cId="4034551996" sldId="331"/>
            <ac:spMk id="10" creationId="{1E120386-F4D8-2FAB-EC8C-A5F8C8A545F3}"/>
          </ac:spMkLst>
        </pc:spChg>
      </pc:sldChg>
      <pc:sldChg chg="addSp delSp modSp add mod">
        <pc:chgData name="Виктория Назаренко" userId="c9671a1696db186c" providerId="LiveId" clId="{2CB31FDA-2909-448C-8221-06189965BC68}" dt="2026-06-08T19:04:59.401" v="1874" actId="1076"/>
        <pc:sldMkLst>
          <pc:docMk/>
          <pc:sldMk cId="2046329529" sldId="332"/>
        </pc:sldMkLst>
        <pc:spChg chg="mod">
          <ac:chgData name="Виктория Назаренко" userId="c9671a1696db186c" providerId="LiveId" clId="{2CB31FDA-2909-448C-8221-06189965BC68}" dt="2026-06-08T19:04:59.401" v="1874" actId="1076"/>
          <ac:spMkLst>
            <pc:docMk/>
            <pc:sldMk cId="2046329529" sldId="332"/>
            <ac:spMk id="3" creationId="{C32AF5CF-5404-A30B-0B23-7650C4735567}"/>
          </ac:spMkLst>
        </pc:spChg>
        <pc:spChg chg="add mod">
          <ac:chgData name="Виктория Назаренко" userId="c9671a1696db186c" providerId="LiveId" clId="{2CB31FDA-2909-448C-8221-06189965BC68}" dt="2026-06-08T19:04:48.944" v="1872" actId="1076"/>
          <ac:spMkLst>
            <pc:docMk/>
            <pc:sldMk cId="2046329529" sldId="332"/>
            <ac:spMk id="5" creationId="{B28BD151-A674-9C6F-27A3-416AF88F7F40}"/>
          </ac:spMkLst>
        </pc:spChg>
        <pc:spChg chg="mod">
          <ac:chgData name="Виктория Назаренко" userId="c9671a1696db186c" providerId="LiveId" clId="{2CB31FDA-2909-448C-8221-06189965BC68}" dt="2026-06-08T18:53:30.541" v="1871" actId="2711"/>
          <ac:spMkLst>
            <pc:docMk/>
            <pc:sldMk cId="2046329529" sldId="332"/>
            <ac:spMk id="6" creationId="{56247E70-E79F-1786-3FC3-C954E036F0D7}"/>
          </ac:spMkLst>
        </pc:spChg>
        <pc:spChg chg="del">
          <ac:chgData name="Виктория Назаренко" userId="c9671a1696db186c" providerId="LiveId" clId="{2CB31FDA-2909-448C-8221-06189965BC68}" dt="2026-06-08T17:41:45.343" v="1679" actId="478"/>
          <ac:spMkLst>
            <pc:docMk/>
            <pc:sldMk cId="2046329529" sldId="332"/>
            <ac:spMk id="11" creationId="{DE524B14-BD64-3B8A-6ADC-8BDB8684E56A}"/>
          </ac:spMkLst>
        </pc:spChg>
      </pc:sldChg>
      <pc:sldChg chg="addSp delSp modSp add mod">
        <pc:chgData name="Виктория Назаренко" userId="c9671a1696db186c" providerId="LiveId" clId="{2CB31FDA-2909-448C-8221-06189965BC68}" dt="2026-06-08T19:05:16.892" v="1876" actId="1076"/>
        <pc:sldMkLst>
          <pc:docMk/>
          <pc:sldMk cId="2693837974" sldId="333"/>
        </pc:sldMkLst>
        <pc:spChg chg="mod">
          <ac:chgData name="Виктория Назаренко" userId="c9671a1696db186c" providerId="LiveId" clId="{2CB31FDA-2909-448C-8221-06189965BC68}" dt="2026-06-08T19:05:16.892" v="1876" actId="1076"/>
          <ac:spMkLst>
            <pc:docMk/>
            <pc:sldMk cId="2693837974" sldId="333"/>
            <ac:spMk id="3" creationId="{60954D75-C7CB-EAAF-ED62-BFA54EDB5C29}"/>
          </ac:spMkLst>
        </pc:spChg>
        <pc:spChg chg="add mod">
          <ac:chgData name="Виктория Назаренко" userId="c9671a1696db186c" providerId="LiveId" clId="{2CB31FDA-2909-448C-8221-06189965BC68}" dt="2026-06-08T19:05:14.085" v="1875" actId="1076"/>
          <ac:spMkLst>
            <pc:docMk/>
            <pc:sldMk cId="2693837974" sldId="333"/>
            <ac:spMk id="5" creationId="{B307A86F-E818-0996-A148-4CF61EEDC21D}"/>
          </ac:spMkLst>
        </pc:spChg>
        <pc:spChg chg="mod">
          <ac:chgData name="Виктория Назаренко" userId="c9671a1696db186c" providerId="LiveId" clId="{2CB31FDA-2909-448C-8221-06189965BC68}" dt="2026-06-08T18:40:49.901" v="1858" actId="113"/>
          <ac:spMkLst>
            <pc:docMk/>
            <pc:sldMk cId="2693837974" sldId="333"/>
            <ac:spMk id="6" creationId="{A867F227-87D8-9DBD-DB0E-1776B7EB2A0D}"/>
          </ac:spMkLst>
        </pc:spChg>
        <pc:spChg chg="del">
          <ac:chgData name="Виктория Назаренко" userId="c9671a1696db186c" providerId="LiveId" clId="{2CB31FDA-2909-448C-8221-06189965BC68}" dt="2026-06-08T17:41:00.927" v="1676" actId="478"/>
          <ac:spMkLst>
            <pc:docMk/>
            <pc:sldMk cId="2693837974" sldId="333"/>
            <ac:spMk id="11" creationId="{B0F0A389-1CEF-8C3F-536E-DE281957605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66A90C3-6D70-4CC0-90BD-7391CC100288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52858E0-3D38-47B7-97D4-4FE08D90D35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37CB3F-843C-4E4F-85F3-0CD250415562}" type="datetime1">
              <a:rPr lang="ru-RU" smtClean="0"/>
              <a:pPr/>
              <a:t>09.06.2026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ECAD9-32EE-4091-BDA5-6BD15ACC5E58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250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6421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C2C59-E23F-759F-39CF-3AA418F73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0D8B625-8439-B001-F020-957FCCC53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63E053-7EB8-302E-AD4C-14E286BA6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CBF79-15DB-C524-2010-87DF91CEC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3132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F0173-7066-376A-EEE0-4AB7D8784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2EA716B-279A-7B9B-EE42-6F38D73DC0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1851C51-911A-A864-473B-014188943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087392-DC5C-7F08-90B3-8C073EA58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4291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5E394-8F91-90E0-F5C5-4E32BCBA0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C00408F-7F3D-CC39-C7A3-3E1A02006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83CE41E-0F33-B959-9FD0-CA0356F2C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EEA3C0-417C-C940-CDF5-4B6D4DBF5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8463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A1B7F-0061-9B48-E2F0-720919861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A17D11E-4D98-6E9C-D9F7-C7897E62D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1F2055E-0F8A-B09E-C11C-02D6BB767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4A4766-CD2B-7DA7-ACC3-B1310566AF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0096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91BB-9406-F48B-C122-BF491A92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97F8E3-FD83-033B-F8D7-6B55C6894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DCE516C-A2BA-BB9E-81EC-3EB47659C8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6908C5-0F68-62AC-4E23-42087DF6E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347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9D469-16A1-AD91-5469-7A919B293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7CFAA6B-99FB-7AB1-7D13-D1C674511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B91B33-BFC5-9C0A-1341-CE05DE130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BCF87C-7E1B-479E-556D-ADA3DD9436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4035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9A554-EE24-2E39-028D-B19667A21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FAC6CEB-B9AD-CCC9-8A1B-4C0FF2668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B016534-9E22-3BAB-3A32-2CF084DE0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6E69ED-DA01-A84F-3EAA-C838D25D1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3165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243C-21E3-BB3C-C385-042E7F79D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F6DCF80-C6CB-993B-EAD6-1C0F06279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DE8CF34-874E-6FBD-41D8-DBF9DE244D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E68EB0-0CCC-8C0F-E99C-7D069486EA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79069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28FDB-210F-EECB-64C7-6F8FC925A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3068F97-AB58-6168-158C-DAEC636EDB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3F6DA96-6C73-DF36-B602-E7E6B15DD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CFC12F-73E9-E5EE-571B-60B12AEDEA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0763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DB28C-FB50-551B-7E7A-32E1700F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00F4934-79B8-7F24-1CB2-8BAAFB502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BE8C2CF-3335-4678-C187-28459F75D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CD144E-E410-2948-BCCD-C6E64F442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2297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B3023-DEF1-84D6-0D14-4D97AF63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872F61E-2FE6-BCE8-D2EE-062A40A8B5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6E7202D-4E66-EE01-797C-C336C85EB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653FBBD-2363-FDD2-9495-16D3476D0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66367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10E1C-BE83-8DED-3607-79B26EB10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622E7CF-F873-4CDC-36A4-933A4AA795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DC24377-C3AC-B7F0-A79A-CAE0A7BF8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0E959D-C1AB-EC05-9FA8-1122D41AF1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9656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09028-C07F-3914-13BB-E7633F286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13E90F-E6FB-2951-8F4C-A099E54ADC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141A6F-2E6E-9EB6-2804-8985EE6DA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5F8040-0016-DC3E-8678-0288690D2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84ECAD9-32EE-4091-BDA5-6BD15ACC5E58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90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259D2A-2F4F-4AFD-99EC-C52D2AA5DF98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909638" y="4508500"/>
            <a:ext cx="3838575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bg1"/>
                </a:solidFill>
                <a:latin typeface="+mn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909638" y="2057400"/>
            <a:ext cx="3838575" cy="1929066"/>
          </a:xfrm>
        </p:spPr>
        <p:txBody>
          <a:bodyPr rtlCol="0" anchor="b">
            <a:noAutofit/>
          </a:bodyPr>
          <a:lstStyle>
            <a:lvl1pPr algn="l">
              <a:lnSpc>
                <a:spcPct val="90000"/>
              </a:lnSpc>
              <a:defRPr sz="4050" b="1" spc="-38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араллелограмм 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5979091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4795837" y="0"/>
            <a:ext cx="11544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1839E5-DA04-494E-B4F4-738BA98DE529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733925" cy="6858000"/>
          </a:xfrm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972050" y="758952"/>
            <a:ext cx="3394710" cy="3227514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4500" b="1" spc="-38" baseline="0">
                <a:solidFill>
                  <a:schemeClr val="accent1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4974128" y="4508500"/>
            <a:ext cx="3394710" cy="1279652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4733925" y="0"/>
            <a:ext cx="1154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93678E-D7DA-4379-960E-E4F17580370C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араллелограмм 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5979091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7C7FBC6-0640-4AA1-88BF-53B8D78CEC91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733925" cy="6858000"/>
          </a:xfrm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838325" y="3568701"/>
            <a:ext cx="6541294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ru-RU" sz="105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199" y="3746500"/>
            <a:ext cx="6248402" cy="1308100"/>
          </a:xfrm>
        </p:spPr>
        <p:txBody>
          <a:bodyPr rtlCol="0" anchor="b" anchorCtr="0">
            <a:noAutofit/>
          </a:bodyPr>
          <a:lstStyle>
            <a:lvl1pPr>
              <a:lnSpc>
                <a:spcPct val="900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981200" y="5219700"/>
            <a:ext cx="6248401" cy="58674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2814638" y="3469101"/>
            <a:ext cx="3838575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1_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ата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EE971CA-D2D2-4064-A00D-D3C373E39CC2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2" name="Рисунок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6858000"/>
          </a:xfrm>
        </p:spPr>
        <p:txBody>
          <a:bodyPr rtlCol="0"/>
          <a:lstStyle/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301354" y="3568701"/>
            <a:ext cx="6541294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rtl="0"/>
            <a:endParaRPr lang="ru-RU" sz="105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799" y="3746500"/>
            <a:ext cx="6248402" cy="1308100"/>
          </a:xfrm>
        </p:spPr>
        <p:txBody>
          <a:bodyPr rtlCol="0" anchor="b" anchorCtr="0">
            <a:noAutofit/>
          </a:bodyPr>
          <a:lstStyle>
            <a:lvl1pPr algn="ctr">
              <a:lnSpc>
                <a:spcPct val="900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447800" y="5219700"/>
            <a:ext cx="6248401" cy="586740"/>
          </a:xfrm>
        </p:spPr>
        <p:txBody>
          <a:bodyPr lIns="91440" rIns="91440" rtlCol="0" anchor="t" anchorCtr="0">
            <a:normAutofit/>
          </a:bodyPr>
          <a:lstStyle>
            <a:lvl1pPr marL="0" indent="0" algn="ctr">
              <a:buNone/>
              <a:defRPr sz="1800" cap="all" spc="150" baseline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2652713" y="3469101"/>
            <a:ext cx="3838575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22960" y="2120900"/>
            <a:ext cx="3479802" cy="3748193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886958" y="2120900"/>
            <a:ext cx="3479802" cy="3748194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3D11986-ECEB-47F2-B03F-17DFB1187229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22960" y="2057400"/>
            <a:ext cx="3479802" cy="736282"/>
          </a:xfrm>
        </p:spPr>
        <p:txBody>
          <a:bodyPr lIns="91440" rIns="91440" rtlCol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90048" y="2958275"/>
            <a:ext cx="3479802" cy="291082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886958" y="2057400"/>
            <a:ext cx="3479802" cy="736282"/>
          </a:xfrm>
        </p:spPr>
        <p:txBody>
          <a:bodyPr lIns="91440" rIns="91440" rtlCol="0" anchor="ctr">
            <a:noAutofit/>
          </a:bodyPr>
          <a:lstStyle>
            <a:lvl1pPr marL="0" indent="0"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954046" y="2958274"/>
            <a:ext cx="3479802" cy="291082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FC9E11-E971-4A86-99EB-39E0AF9B0238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D0DD020-C6B3-4DAE-83EB-AFADED67567B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араллелограмм 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3500438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003D20A-9A22-46B6-947A-191BE81567BA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араллелограмм 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2" y="1"/>
            <a:ext cx="3490722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19150" y="786384"/>
            <a:ext cx="2301625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27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94238" y="812801"/>
            <a:ext cx="4285381" cy="4868609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19150" y="3043051"/>
            <a:ext cx="2301624" cy="2638359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3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1"/>
            <a:ext cx="77724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4094237" y="624142"/>
            <a:ext cx="428538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12" name="Дата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5594" y="6446839"/>
            <a:ext cx="193863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58C8D25-D033-48A2-A1AB-A824EBE04729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3" name="Нижний колонтитул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" y="6446839"/>
            <a:ext cx="36347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1752" y="6446839"/>
            <a:ext cx="58500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819150" y="6446838"/>
            <a:ext cx="1232579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6315075" y="6429376"/>
            <a:ext cx="750347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8074256" y="6446838"/>
            <a:ext cx="305444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85CA13-334B-4E36-BFFC-F0636D70FDFB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араллелограмм 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2" y="1"/>
            <a:ext cx="3490722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94238" y="497809"/>
            <a:ext cx="4285381" cy="4868609"/>
          </a:xfrm>
        </p:spPr>
        <p:txBody>
          <a:bodyPr rtlCol="0" anchor="ctr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77724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4094237" y="377398"/>
            <a:ext cx="428538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12" name="Дата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5594" y="6446839"/>
            <a:ext cx="193863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FAAE54E-C127-4E11-B69C-CCCD3F84C860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3" name="Нижний колонтитул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" y="6446839"/>
            <a:ext cx="36347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1752" y="6446839"/>
            <a:ext cx="58500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808672" y="2003423"/>
            <a:ext cx="268206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9150" y="1885126"/>
            <a:ext cx="2486025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3300" b="1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819150" y="993775"/>
            <a:ext cx="77724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490722" cy="58642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0" name="Параллелограмм 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94238" y="497809"/>
            <a:ext cx="4285381" cy="4868609"/>
          </a:xfrm>
        </p:spPr>
        <p:txBody>
          <a:bodyPr rtlCol="0" anchor="ctr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2" name="Дата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5594" y="6446839"/>
            <a:ext cx="193863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A9F0CA7-E84D-4870-B9BE-FF1B29A477C3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3" name="Нижний колонтитул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" y="6446839"/>
            <a:ext cx="36347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1752" y="6446839"/>
            <a:ext cx="58500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19150" y="1885126"/>
            <a:ext cx="2301625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33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араллелограмм 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8541" y="548355"/>
            <a:ext cx="4541135" cy="634336"/>
          </a:xfrm>
        </p:spPr>
        <p:txBody>
          <a:bodyPr rtlCol="0" anchor="ctr">
            <a:noAutofit/>
          </a:bodyPr>
          <a:lstStyle>
            <a:lvl1pPr>
              <a:lnSpc>
                <a:spcPct val="90000"/>
              </a:lnSpc>
              <a:defRPr sz="27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25625" y="1611313"/>
            <a:ext cx="4554074" cy="3755104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2" name="Дата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5594" y="6446839"/>
            <a:ext cx="193863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568654E-9545-4FC0-B40C-6AE108FAA1A4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3" name="Нижний колонтитул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" y="6446839"/>
            <a:ext cx="36347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1752" y="6446839"/>
            <a:ext cx="58500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8" name="Рисунок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490722" cy="58642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Рисунок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3541486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10" name="Параллелограмм 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01433" y="880375"/>
            <a:ext cx="4541135" cy="634336"/>
          </a:xfrm>
        </p:spPr>
        <p:txBody>
          <a:bodyPr rtlCol="0" anchor="ctr">
            <a:noAutofit/>
          </a:bodyPr>
          <a:lstStyle>
            <a:lvl1pPr algn="ctr">
              <a:lnSpc>
                <a:spcPct val="90000"/>
              </a:lnSpc>
              <a:defRPr sz="27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2" name="Дата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5594" y="6446839"/>
            <a:ext cx="193863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B205FA3-C716-42A0-BC0E-07B87C1575ED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3" name="Нижний колонтитул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" y="6446839"/>
            <a:ext cx="36347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1752" y="6446839"/>
            <a:ext cx="58500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4183380" y="0"/>
            <a:ext cx="77724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араллелограмм 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3490734" y="507334"/>
            <a:ext cx="5653266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2" y="1"/>
            <a:ext cx="3490722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19150" y="1885126"/>
            <a:ext cx="2301625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33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55030" y="943430"/>
            <a:ext cx="3524589" cy="3977366"/>
          </a:xfrm>
        </p:spPr>
        <p:txBody>
          <a:bodyPr rtlCol="0" anchor="ctr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2" name="Дата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5594" y="6446839"/>
            <a:ext cx="193863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EDE8A422-831A-4A8C-92F8-A6525A4E89AA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3" name="Нижний колонтитул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" y="6446839"/>
            <a:ext cx="36347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1752" y="6446839"/>
            <a:ext cx="58500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3277688" y="2322780"/>
            <a:ext cx="1011284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араллелограмм 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5586413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3490734" y="507334"/>
            <a:ext cx="5653266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2" y="1"/>
            <a:ext cx="3490722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19150" y="1885126"/>
            <a:ext cx="2301625" cy="2093975"/>
          </a:xfrm>
        </p:spPr>
        <p:txBody>
          <a:bodyPr rtlCol="0" anchor="ctr">
            <a:normAutofit/>
          </a:bodyPr>
          <a:lstStyle>
            <a:lvl1pPr>
              <a:lnSpc>
                <a:spcPct val="90000"/>
              </a:lnSpc>
              <a:defRPr sz="3300" b="1" i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88897" y="943430"/>
            <a:ext cx="3490722" cy="3977366"/>
          </a:xfrm>
        </p:spPr>
        <p:txBody>
          <a:bodyPr rtlCol="0" anchor="ctr"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12" name="Дата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25594" y="6446839"/>
            <a:ext cx="193863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DF180C0-03CC-4D62-9CB6-10499F2DB1B8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13" name="Нижний колонтитул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2960" y="6446839"/>
            <a:ext cx="3634741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4" name="Номер слайда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81752" y="6446839"/>
            <a:ext cx="585008" cy="36512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3277688" y="2322780"/>
            <a:ext cx="1011284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9141619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578350"/>
          </a:xfrm>
          <a:solidFill>
            <a:schemeClr val="bg1"/>
          </a:solidFill>
        </p:spPr>
        <p:txBody>
          <a:bodyPr lIns="457200" tIns="457200" rtlCol="0"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22960" y="4799362"/>
            <a:ext cx="7585234" cy="743682"/>
          </a:xfrm>
        </p:spPr>
        <p:txBody>
          <a:bodyPr tIns="0" bIns="0" rtlCol="0" anchor="b">
            <a:noAutofit/>
          </a:bodyPr>
          <a:lstStyle>
            <a:lvl1pPr algn="ctr">
              <a:defRPr sz="3300" b="1">
                <a:solidFill>
                  <a:srgbClr val="FFFFFF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22959" y="5715000"/>
            <a:ext cx="7584948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350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74460BD7-FD76-47A1-B1A4-19A2EFD8413E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822959" y="6446839"/>
            <a:ext cx="5113697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2652713" y="4535901"/>
            <a:ext cx="3838575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AF60A8-48C3-42A6-A38D-D822F98A3832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6543675" y="1346201"/>
            <a:ext cx="1836025" cy="4530725"/>
          </a:xfrm>
        </p:spPr>
        <p:txBody>
          <a:bodyPr vert="eaVert"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19150" y="1346201"/>
            <a:ext cx="5610225" cy="4530723"/>
          </a:xfrm>
        </p:spPr>
        <p:txBody>
          <a:bodyPr vert="eaVert" lIns="45720" tIns="0" rIns="45720" bIns="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AD41CB-B439-455A-B727-46AAE8A79342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6524071" y="19606"/>
            <a:ext cx="1036320" cy="9971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араллелограмм 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3500438" y="0"/>
            <a:ext cx="2143125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ru-RU" sz="1350" noProof="0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2411" y="2108202"/>
            <a:ext cx="75438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125594" y="6446839"/>
            <a:ext cx="1938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BB179CC-661C-440C-9B7A-BD858D57C14B}" type="datetime1">
              <a:rPr lang="ru-RU" noProof="0" smtClean="0"/>
              <a:t>09.06.2026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822960" y="6446839"/>
            <a:ext cx="3634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 dirty="0"/>
              <a:t>Нижний колонтитул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781752" y="6446839"/>
            <a:ext cx="5850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ru-RU" noProof="0" smtClean="0"/>
              <a:pPr/>
              <a:t>‹#›</a:t>
            </a:fld>
            <a:endParaRPr lang="ru-RU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77724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1350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516" userDrawn="1">
          <p15:clr>
            <a:srgbClr val="F26B43"/>
          </p15:clr>
        </p15:guide>
        <p15:guide id="3" pos="5279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7850" y="2744485"/>
            <a:ext cx="5448300" cy="828675"/>
          </a:xfrm>
        </p:spPr>
        <p:txBody>
          <a:bodyPr rtlCol="0">
            <a:normAutofit/>
          </a:bodyPr>
          <a:lstStyle/>
          <a:p>
            <a:pPr algn="ctr" rtl="0"/>
            <a:r>
              <a:rPr lang="ru-RU" sz="2800" dirty="0"/>
              <a:t>Методы защиты веб-приложений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C2DE2-D9B1-A26E-7822-77E0CC667E8E}"/>
              </a:ext>
            </a:extLst>
          </p:cNvPr>
          <p:cNvSpPr txBox="1"/>
          <p:nvPr/>
        </p:nvSpPr>
        <p:spPr>
          <a:xfrm>
            <a:off x="1431913" y="188982"/>
            <a:ext cx="62801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Федеральное государственное автономное</a:t>
            </a:r>
          </a:p>
          <a:p>
            <a:pPr algn="ctr"/>
            <a:r>
              <a:rPr lang="ru-RU" sz="1600" dirty="0">
                <a:latin typeface="+mj-lt"/>
              </a:rPr>
              <a:t>  образовательное учреждение высшего образования</a:t>
            </a:r>
          </a:p>
          <a:p>
            <a:pPr algn="ctr"/>
            <a:r>
              <a:rPr lang="ru-RU" sz="1600" dirty="0">
                <a:latin typeface="+mj-lt"/>
              </a:rPr>
              <a:t>  «Волгоградский государственный университет»</a:t>
            </a:r>
          </a:p>
          <a:p>
            <a:pPr algn="ctr"/>
            <a:r>
              <a:rPr lang="ru-RU" sz="1600" dirty="0">
                <a:latin typeface="+mj-lt"/>
              </a:rPr>
              <a:t>  институт Математики и информационных технологий</a:t>
            </a:r>
          </a:p>
          <a:p>
            <a:pPr algn="ctr"/>
            <a:r>
              <a:rPr lang="ru-RU" sz="1600" dirty="0">
                <a:latin typeface="+mj-lt"/>
              </a:rPr>
              <a:t>  кафедра Информационных систем и компьютерного моделирования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3F2CC-7774-6629-A419-45F12DD2A085}"/>
              </a:ext>
            </a:extLst>
          </p:cNvPr>
          <p:cNvSpPr txBox="1"/>
          <p:nvPr/>
        </p:nvSpPr>
        <p:spPr>
          <a:xfrm>
            <a:off x="2284980" y="2361449"/>
            <a:ext cx="4574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Назаренко Виктория Сергеевна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9331B5-E1D8-5EE7-A722-5D1A41ADC2D3}"/>
              </a:ext>
            </a:extLst>
          </p:cNvPr>
          <p:cNvSpPr txBox="1"/>
          <p:nvPr/>
        </p:nvSpPr>
        <p:spPr>
          <a:xfrm>
            <a:off x="2284980" y="3739069"/>
            <a:ext cx="4574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+mj-lt"/>
              </a:rPr>
              <a:t>Направление: 09.03.04 Программная инженерия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5FAD5C-B916-B159-3BC0-C3B0314FB72B}"/>
              </a:ext>
            </a:extLst>
          </p:cNvPr>
          <p:cNvSpPr txBox="1"/>
          <p:nvPr/>
        </p:nvSpPr>
        <p:spPr>
          <a:xfrm>
            <a:off x="185961" y="4606915"/>
            <a:ext cx="45740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+mj-lt"/>
              </a:rPr>
              <a:t>Студент группы ПРИб-234</a:t>
            </a:r>
            <a:r>
              <a:rPr lang="en-US" sz="1600" dirty="0">
                <a:latin typeface="+mj-lt"/>
              </a:rPr>
              <a:t>:</a:t>
            </a:r>
          </a:p>
          <a:p>
            <a:r>
              <a:rPr lang="ru-RU" sz="1600" dirty="0">
                <a:latin typeface="+mj-lt"/>
              </a:rPr>
              <a:t>В. С. Назаренко</a:t>
            </a: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Ответственный за организацию практики:</a:t>
            </a:r>
          </a:p>
          <a:p>
            <a:r>
              <a:rPr lang="ru-RU" sz="1600" dirty="0">
                <a:latin typeface="+mj-lt"/>
              </a:rPr>
              <a:t>И. С. Маковеев, ст. преп. каф. ИСКМ</a:t>
            </a:r>
          </a:p>
          <a:p>
            <a:endParaRPr lang="ru-RU" sz="1600" dirty="0">
              <a:latin typeface="+mj-lt"/>
            </a:endParaRPr>
          </a:p>
          <a:p>
            <a:r>
              <a:rPr lang="ru-RU" sz="1600" dirty="0">
                <a:latin typeface="+mj-lt"/>
              </a:rPr>
              <a:t>Руководитель практики:</a:t>
            </a:r>
          </a:p>
          <a:p>
            <a:r>
              <a:rPr lang="ru-RU" sz="1600" dirty="0">
                <a:latin typeface="+mj-lt"/>
              </a:rPr>
              <a:t>И. Г. Кудина, доцент каф. ИСКМ</a:t>
            </a:r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Номер слайда 19">
            <a:extLst>
              <a:ext uri="{FF2B5EF4-FFF2-40B4-BE49-F238E27FC236}">
                <a16:creationId xmlns:a16="http://schemas.microsoft.com/office/drawing/2014/main" id="{73842B65-7C0C-63AF-892B-13CB76753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2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C9D11D0-1CA9-42D5-AF43-178886E168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867918" y="261218"/>
            <a:ext cx="4541838" cy="476250"/>
          </a:xfrm>
        </p:spPr>
        <p:txBody>
          <a:bodyPr rtlCol="0">
            <a:noAutofit/>
          </a:bodyPr>
          <a:lstStyle/>
          <a:p>
            <a:pPr rtl="0"/>
            <a:r>
              <a:rPr lang="ru-RU" sz="4000" dirty="0"/>
              <a:t>Цель и задачи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E962E4-EECE-B916-F079-D15544972A42}"/>
              </a:ext>
            </a:extLst>
          </p:cNvPr>
          <p:cNvSpPr txBox="1"/>
          <p:nvPr/>
        </p:nvSpPr>
        <p:spPr>
          <a:xfrm>
            <a:off x="214542" y="3443781"/>
            <a:ext cx="8488078" cy="3086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200" dirty="0">
                <a:latin typeface="+mj-lt"/>
              </a:rPr>
              <a:t>1) Изучить уязвимости </a:t>
            </a:r>
            <a:r>
              <a:rPr lang="en-US" sz="2200" dirty="0">
                <a:latin typeface="+mj-lt"/>
              </a:rPr>
              <a:t>XSS, SQLi, CSRF </a:t>
            </a:r>
            <a:r>
              <a:rPr lang="ru-RU" sz="2200" dirty="0">
                <a:latin typeface="+mj-lt"/>
              </a:rPr>
              <a:t>и причины их возникновения.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latin typeface="+mj-lt"/>
              </a:rPr>
              <a:t>2) Рассмотреть методы защиты.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latin typeface="+mj-lt"/>
              </a:rPr>
              <a:t>3) Спроектировать структуру анализатора. 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latin typeface="+mj-lt"/>
              </a:rPr>
              <a:t>4) Реализовать правила анализа </a:t>
            </a:r>
            <a:r>
              <a:rPr lang="en-US" sz="2200" dirty="0">
                <a:latin typeface="+mj-lt"/>
              </a:rPr>
              <a:t>Python- </a:t>
            </a:r>
            <a:r>
              <a:rPr lang="ru-RU" sz="2200" dirty="0">
                <a:latin typeface="+mj-lt"/>
              </a:rPr>
              <a:t>и шаблонного кода.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latin typeface="+mj-lt"/>
              </a:rPr>
              <a:t>5) Разработать интерфейс запуска и просмотра результатов.</a:t>
            </a:r>
          </a:p>
          <a:p>
            <a:pPr>
              <a:lnSpc>
                <a:spcPct val="150000"/>
              </a:lnSpc>
            </a:pPr>
            <a:r>
              <a:rPr lang="ru-RU" sz="2200" dirty="0">
                <a:latin typeface="+mj-lt"/>
              </a:rPr>
              <a:t>6) Провести тестирование инструмента.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56D3B-5637-AF56-5C14-2C087444E72C}"/>
              </a:ext>
            </a:extLst>
          </p:cNvPr>
          <p:cNvSpPr txBox="1"/>
          <p:nvPr/>
        </p:nvSpPr>
        <p:spPr>
          <a:xfrm>
            <a:off x="77420" y="967848"/>
            <a:ext cx="8762321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1" dirty="0">
                <a:latin typeface="+mj-lt"/>
              </a:rPr>
              <a:t>Целью работы </a:t>
            </a:r>
            <a:r>
              <a:rPr lang="ru-RU" sz="2200" dirty="0">
                <a:latin typeface="+mj-lt"/>
              </a:rPr>
              <a:t>является изучение основных уязвимостей веб-приложений и разработка статического анализатора для автоматизированного выявления потенциальных угроз безопасности в исходном коде.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1A5761-3100-8516-2752-4C67F316B1D2}"/>
              </a:ext>
            </a:extLst>
          </p:cNvPr>
          <p:cNvSpPr txBox="1"/>
          <p:nvPr/>
        </p:nvSpPr>
        <p:spPr>
          <a:xfrm>
            <a:off x="77421" y="2644778"/>
            <a:ext cx="721891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+mj-lt"/>
              </a:rPr>
              <a:t>Для достижения цели необходимо решить следующие </a:t>
            </a:r>
            <a:r>
              <a:rPr lang="ru-RU" sz="2200" b="1" dirty="0">
                <a:latin typeface="+mj-lt"/>
              </a:rPr>
              <a:t>задачи</a:t>
            </a:r>
            <a:r>
              <a:rPr lang="ru-RU" sz="2200" dirty="0"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40580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645F-67BF-4AF2-EC1E-4B459E2A2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04C22F-7198-35D8-3BEE-092A38FB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3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04FEBDA3-D45F-A9F2-83DC-56FF5DBF44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5203" y="296210"/>
            <a:ext cx="4541838" cy="476250"/>
          </a:xfrm>
        </p:spPr>
        <p:txBody>
          <a:bodyPr rtlCol="0">
            <a:noAutofit/>
          </a:bodyPr>
          <a:lstStyle/>
          <a:p>
            <a:pPr rtl="0"/>
            <a:r>
              <a:rPr lang="ru-RU" sz="4000" dirty="0"/>
              <a:t>Актуальность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BCAB79-3943-DE0F-5AE0-B1009A59B1EC}"/>
              </a:ext>
            </a:extLst>
          </p:cNvPr>
          <p:cNvSpPr txBox="1"/>
          <p:nvPr/>
        </p:nvSpPr>
        <p:spPr>
          <a:xfrm>
            <a:off x="233833" y="2599373"/>
            <a:ext cx="87623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latin typeface="+mj-lt"/>
              </a:rPr>
              <a:t>Это объясняется рядом </a:t>
            </a:r>
            <a:r>
              <a:rPr lang="ru-RU" sz="2200" b="1" dirty="0">
                <a:latin typeface="+mj-lt"/>
              </a:rPr>
              <a:t>факторов: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6E442-BECF-1E11-C326-08956D1F0ADB}"/>
              </a:ext>
            </a:extLst>
          </p:cNvPr>
          <p:cNvSpPr txBox="1"/>
          <p:nvPr/>
        </p:nvSpPr>
        <p:spPr>
          <a:xfrm>
            <a:off x="182448" y="814269"/>
            <a:ext cx="877910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Безопасность веб-приложений является одной из ключевых задач современной разработки, поскольку </a:t>
            </a:r>
            <a:r>
              <a:rPr lang="ru-RU" sz="2200" dirty="0">
                <a:latin typeface="+mj-lt"/>
              </a:rPr>
              <a:t>ошибки в разработке могут приводить к утечке данных, нарушению работы сервисов и несанкционированному выполнению действий от имени пользователя, именно этим обусловлена </a:t>
            </a:r>
            <a:r>
              <a:rPr lang="ru-RU" sz="2200" b="1" dirty="0">
                <a:latin typeface="+mj-lt"/>
              </a:rPr>
              <a:t>актуальность</a:t>
            </a:r>
            <a:r>
              <a:rPr lang="ru-RU" sz="2200" dirty="0">
                <a:latin typeface="+mj-lt"/>
              </a:rPr>
              <a:t> создания анализатора кода.</a:t>
            </a:r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 </a:t>
            </a:r>
            <a:endParaRPr lang="ru-RU" sz="22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526D61-3CA5-4D15-E79C-8234405B87E8}"/>
              </a:ext>
            </a:extLst>
          </p:cNvPr>
          <p:cNvSpPr txBox="1"/>
          <p:nvPr/>
        </p:nvSpPr>
        <p:spPr>
          <a:xfrm>
            <a:off x="182448" y="3233136"/>
            <a:ext cx="9058011" cy="3164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ts val="1725"/>
              </a:lnSpc>
              <a:buAutoNum type="arabicParenR"/>
            </a:pPr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Высокой распространённостью веб-приложений в различных сферах деятельности;</a:t>
            </a:r>
          </a:p>
          <a:p>
            <a:pPr marL="457200" indent="-457200" algn="l">
              <a:lnSpc>
                <a:spcPts val="1725"/>
              </a:lnSpc>
              <a:buAutoNum type="arabicParenR"/>
            </a:pPr>
            <a:endParaRPr lang="ru-RU" sz="2200" b="0" i="0" dirty="0">
              <a:solidFill>
                <a:srgbClr val="1A1C1F"/>
              </a:solidFill>
              <a:effectLst/>
              <a:latin typeface="+mj-lt"/>
            </a:endParaRPr>
          </a:p>
          <a:p>
            <a:pPr marL="457200" indent="-457200" algn="l">
              <a:lnSpc>
                <a:spcPts val="1725"/>
              </a:lnSpc>
              <a:buAutoNum type="arabicParenR"/>
            </a:pPr>
            <a:r>
              <a:rPr lang="ru-RU" sz="2200" dirty="0">
                <a:solidFill>
                  <a:srgbClr val="1A1C1F"/>
                </a:solidFill>
                <a:latin typeface="+mj-lt"/>
              </a:rPr>
              <a:t>П</a:t>
            </a:r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остоянным ростом объёма пользовательских и служебных данных, обрабатываемых через веб-интерфейсы;</a:t>
            </a:r>
          </a:p>
          <a:p>
            <a:pPr marL="457200" indent="-457200" algn="l">
              <a:lnSpc>
                <a:spcPts val="1725"/>
              </a:lnSpc>
              <a:buAutoNum type="arabicParenR"/>
            </a:pPr>
            <a:endParaRPr lang="ru-RU" sz="2200" b="0" i="0" dirty="0">
              <a:solidFill>
                <a:srgbClr val="1A1C1F"/>
              </a:solidFill>
              <a:effectLst/>
              <a:latin typeface="+mj-lt"/>
            </a:endParaRPr>
          </a:p>
          <a:p>
            <a:pPr marL="457200" indent="-457200" algn="l">
              <a:lnSpc>
                <a:spcPts val="1725"/>
              </a:lnSpc>
              <a:buAutoNum type="arabicParenR"/>
            </a:pPr>
            <a:r>
              <a:rPr lang="ru-RU" sz="2200" dirty="0">
                <a:solidFill>
                  <a:srgbClr val="1A1C1F"/>
                </a:solidFill>
                <a:latin typeface="+mj-lt"/>
              </a:rPr>
              <a:t>Н</a:t>
            </a:r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аличием типовых уязвимостей, таких как XSS, SQL-инъекции и CSRF, возникающих из-за ошибок обработки входных данных;</a:t>
            </a:r>
          </a:p>
          <a:p>
            <a:pPr marL="457200" indent="-457200" algn="l">
              <a:lnSpc>
                <a:spcPts val="1725"/>
              </a:lnSpc>
              <a:buAutoNum type="arabicParenR"/>
            </a:pPr>
            <a:endParaRPr lang="ru-RU" sz="2200" b="0" i="0" dirty="0">
              <a:solidFill>
                <a:srgbClr val="1A1C1F"/>
              </a:solidFill>
              <a:effectLst/>
              <a:latin typeface="+mj-lt"/>
            </a:endParaRPr>
          </a:p>
          <a:p>
            <a:pPr marL="457200" indent="-457200" algn="l">
              <a:lnSpc>
                <a:spcPts val="1725"/>
              </a:lnSpc>
              <a:buAutoNum type="arabicParenR"/>
            </a:pPr>
            <a:r>
              <a:rPr lang="ru-RU" sz="2200" dirty="0">
                <a:solidFill>
                  <a:srgbClr val="1A1C1F"/>
                </a:solidFill>
                <a:latin typeface="+mj-lt"/>
              </a:rPr>
              <a:t>С</a:t>
            </a:r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ложностью и трудоёмкостью ручной проверки безопасности даже небольших программных проектов;</a:t>
            </a:r>
          </a:p>
          <a:p>
            <a:pPr marL="457200" indent="-457200" algn="l">
              <a:lnSpc>
                <a:spcPts val="1725"/>
              </a:lnSpc>
              <a:buAutoNum type="arabicParenR"/>
            </a:pPr>
            <a:endParaRPr lang="ru-RU" sz="2200" b="0" i="0" dirty="0">
              <a:solidFill>
                <a:srgbClr val="1A1C1F"/>
              </a:solidFill>
              <a:effectLst/>
              <a:latin typeface="+mj-lt"/>
            </a:endParaRPr>
          </a:p>
          <a:p>
            <a:pPr marL="457200" indent="-457200" algn="l">
              <a:lnSpc>
                <a:spcPts val="1725"/>
              </a:lnSpc>
              <a:buAutoNum type="arabicParenR"/>
            </a:pPr>
            <a:r>
              <a:rPr lang="ru-RU" sz="2200" dirty="0">
                <a:solidFill>
                  <a:srgbClr val="1A1C1F"/>
                </a:solidFill>
                <a:latin typeface="+mj-lt"/>
              </a:rPr>
              <a:t>Н</a:t>
            </a:r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еобходимостью раннего выявления потенциально опасных конструкций ещё на этапе разработки;</a:t>
            </a:r>
          </a:p>
        </p:txBody>
      </p:sp>
    </p:spTree>
    <p:extLst>
      <p:ext uri="{BB962C8B-B14F-4D97-AF65-F5344CB8AC3E}">
        <p14:creationId xmlns:p14="http://schemas.microsoft.com/office/powerpoint/2010/main" val="347462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416EA-75F0-40E4-2257-6E40BDE3C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BE2445-E276-00E8-62AF-DAE08FD2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4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25F67EC-F884-B46B-38AE-E18CA2EDA69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73996" y="240483"/>
            <a:ext cx="928888" cy="476250"/>
          </a:xfrm>
        </p:spPr>
        <p:txBody>
          <a:bodyPr rtlCol="0">
            <a:noAutofit/>
          </a:bodyPr>
          <a:lstStyle/>
          <a:p>
            <a:pPr rtl="0"/>
            <a:r>
              <a:rPr lang="en-US" sz="4000" dirty="0"/>
              <a:t>XSS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01D3A-6899-FFC4-61BB-7FF264F577CC}"/>
              </a:ext>
            </a:extLst>
          </p:cNvPr>
          <p:cNvSpPr txBox="1"/>
          <p:nvPr/>
        </p:nvSpPr>
        <p:spPr>
          <a:xfrm>
            <a:off x="257961" y="683983"/>
            <a:ext cx="86280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+mj-lt"/>
              </a:rPr>
              <a:t>XSS (Cross-</a:t>
            </a:r>
            <a:r>
              <a:rPr lang="ru-RU" sz="2400" b="1" dirty="0" err="1">
                <a:latin typeface="+mj-lt"/>
              </a:rPr>
              <a:t>Site</a:t>
            </a:r>
            <a:r>
              <a:rPr lang="ru-RU" sz="2400" b="1" dirty="0">
                <a:latin typeface="+mj-lt"/>
              </a:rPr>
              <a:t> </a:t>
            </a:r>
            <a:r>
              <a:rPr lang="ru-RU" sz="2400" b="1" dirty="0" err="1">
                <a:latin typeface="+mj-lt"/>
              </a:rPr>
              <a:t>Scripting</a:t>
            </a:r>
            <a:r>
              <a:rPr lang="ru-RU" sz="2400" b="1" dirty="0">
                <a:latin typeface="+mj-lt"/>
              </a:rPr>
              <a:t>) </a:t>
            </a:r>
            <a:r>
              <a:rPr lang="ru-RU" dirty="0">
                <a:latin typeface="+mj-lt"/>
              </a:rPr>
              <a:t>—</a:t>
            </a:r>
            <a:r>
              <a:rPr lang="en-US" dirty="0">
                <a:latin typeface="+mj-lt"/>
              </a:rPr>
              <a:t> </a:t>
            </a:r>
            <a:r>
              <a:rPr lang="ru-RU" sz="2000" dirty="0">
                <a:latin typeface="+mj-lt"/>
              </a:rPr>
              <a:t>уязвимость, при которой происходит внедрение вредоносного скрипта в HTML-ответ или шаблон страницы.</a:t>
            </a:r>
            <a:endParaRPr lang="ru-RU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39118-4E25-31A3-B14A-324CCCC38847}"/>
              </a:ext>
            </a:extLst>
          </p:cNvPr>
          <p:cNvSpPr txBox="1"/>
          <p:nvPr/>
        </p:nvSpPr>
        <p:spPr>
          <a:xfrm>
            <a:off x="257961" y="1671432"/>
            <a:ext cx="8075238" cy="220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Основные причины возникновения XSS: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возврат HTML-ответов, содержащих пользовательский ввод;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ручное формирование HTML-строк в коде;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отключение автоматического экранирования в шаблонах;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использование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safe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для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недоверенных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 данных;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вставка переменных внутрь блока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script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без безопасной сериализации.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992D6-0895-614A-1BCA-B649CF15810E}"/>
              </a:ext>
            </a:extLst>
          </p:cNvPr>
          <p:cNvSpPr txBox="1"/>
          <p:nvPr/>
        </p:nvSpPr>
        <p:spPr>
          <a:xfrm>
            <a:off x="257961" y="4094916"/>
            <a:ext cx="8194110" cy="2205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Основные методы защиты: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использование шаблонов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Jinja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 с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автоэкранированием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отказ от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render_template_string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и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Markup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для пользовательских данных;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исключение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safe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для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недоверенных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 значений;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использование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tojson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при передаче данных в JavaScript;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фильтрация и экранирование пользовательского ввода.</a:t>
            </a:r>
          </a:p>
        </p:txBody>
      </p:sp>
    </p:spTree>
    <p:extLst>
      <p:ext uri="{BB962C8B-B14F-4D97-AF65-F5344CB8AC3E}">
        <p14:creationId xmlns:p14="http://schemas.microsoft.com/office/powerpoint/2010/main" val="193213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8EAA-7A0F-F3BF-F5E0-D2698FC6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D1BA5E-47F9-0408-F2AE-F3B2C45B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5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7EC3965-52AA-985D-56CE-20829A1AF23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927692" y="277059"/>
            <a:ext cx="1221496" cy="476250"/>
          </a:xfrm>
        </p:spPr>
        <p:txBody>
          <a:bodyPr rtlCol="0">
            <a:noAutofit/>
          </a:bodyPr>
          <a:lstStyle/>
          <a:p>
            <a:pPr rtl="0"/>
            <a:r>
              <a:rPr lang="en-US" sz="4000" dirty="0"/>
              <a:t>CSRF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1C7BCA-DF98-6099-34F9-C2CC0AC67ACB}"/>
              </a:ext>
            </a:extLst>
          </p:cNvPr>
          <p:cNvSpPr txBox="1"/>
          <p:nvPr/>
        </p:nvSpPr>
        <p:spPr>
          <a:xfrm>
            <a:off x="257961" y="753309"/>
            <a:ext cx="86280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+mj-lt"/>
              </a:rPr>
              <a:t>CSRF</a:t>
            </a:r>
            <a:r>
              <a:rPr lang="en-US" sz="2400" b="1" dirty="0">
                <a:latin typeface="+mj-lt"/>
              </a:rPr>
              <a:t> (Cross-Site Request Forgery)</a:t>
            </a:r>
            <a:r>
              <a:rPr lang="ru-RU" sz="2400" dirty="0">
                <a:latin typeface="+mj-lt"/>
              </a:rPr>
              <a:t> </a:t>
            </a:r>
            <a:r>
              <a:rPr lang="ru-RU" dirty="0">
                <a:latin typeface="+mj-lt"/>
              </a:rPr>
              <a:t>— </a:t>
            </a:r>
            <a:r>
              <a:rPr lang="ru-RU" sz="2000" dirty="0">
                <a:latin typeface="+mj-lt"/>
              </a:rPr>
              <a:t>выполнение нежелательного действия от имени авторизованного пользователя.</a:t>
            </a:r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D2B082-6048-2ADE-242F-1683E53BE1D1}"/>
              </a:ext>
            </a:extLst>
          </p:cNvPr>
          <p:cNvSpPr txBox="1"/>
          <p:nvPr/>
        </p:nvSpPr>
        <p:spPr>
          <a:xfrm>
            <a:off x="213688" y="1748541"/>
            <a:ext cx="9112558" cy="259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Основные причины возникновения CSRF:</a:t>
            </a:r>
            <a:endParaRPr lang="ru-RU" sz="2200" b="1" i="0" dirty="0">
              <a:solidFill>
                <a:srgbClr val="1A1C1F"/>
              </a:solidFill>
              <a:effectLst/>
              <a:latin typeface="+mj-lt"/>
            </a:endParaRP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использование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cookie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-аутентификации без дополнительной проверки запроса;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отсутствие CSRF-токена в POST-формах;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отсутствие серверной проверки происхождения изменяющих состояние запросов;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доверие к факту наличия пользовательской сессии без подтверждения намерения пользователя.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833F5-6A74-0167-3C31-834B547A4648}"/>
              </a:ext>
            </a:extLst>
          </p:cNvPr>
          <p:cNvSpPr txBox="1"/>
          <p:nvPr/>
        </p:nvSpPr>
        <p:spPr>
          <a:xfrm>
            <a:off x="257961" y="4626084"/>
            <a:ext cx="7734861" cy="1436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Основные методы защиты: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использование CSRF-токенов в формах;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серверная проверка токена;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применение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SameSite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для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cookie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831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78C7D-1704-A168-CD4F-5D4FF145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33E2F-6B46-0094-51C8-A5D85DCA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6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5393527-D193-E882-2666-A40B29B91C4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45448" y="240483"/>
            <a:ext cx="2759979" cy="476250"/>
          </a:xfrm>
        </p:spPr>
        <p:txBody>
          <a:bodyPr rtlCol="0">
            <a:noAutofit/>
          </a:bodyPr>
          <a:lstStyle/>
          <a:p>
            <a:pPr rtl="0"/>
            <a:r>
              <a:rPr lang="en-US" sz="4000" dirty="0"/>
              <a:t>SQLi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CD114-21DC-E751-FAE8-C9790AA92891}"/>
              </a:ext>
            </a:extLst>
          </p:cNvPr>
          <p:cNvSpPr txBox="1"/>
          <p:nvPr/>
        </p:nvSpPr>
        <p:spPr>
          <a:xfrm>
            <a:off x="310896" y="691891"/>
            <a:ext cx="862807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</a:rPr>
              <a:t>SQLi (</a:t>
            </a:r>
            <a:r>
              <a:rPr lang="ru-RU" sz="2400" b="1" dirty="0">
                <a:latin typeface="+mj-lt"/>
              </a:rPr>
              <a:t>SQL</a:t>
            </a:r>
            <a:r>
              <a:rPr lang="en-US" sz="2400" b="1" dirty="0">
                <a:latin typeface="+mj-lt"/>
              </a:rPr>
              <a:t>-Injection)</a:t>
            </a:r>
            <a:r>
              <a:rPr lang="ru-RU" sz="2400" b="1" dirty="0">
                <a:latin typeface="+mj-lt"/>
              </a:rPr>
              <a:t> </a:t>
            </a:r>
            <a:r>
              <a:rPr lang="ru-RU" dirty="0">
                <a:latin typeface="+mj-lt"/>
              </a:rPr>
              <a:t>— </a:t>
            </a:r>
            <a:r>
              <a:rPr lang="ru-RU" sz="2000" dirty="0">
                <a:latin typeface="+mj-lt"/>
              </a:rPr>
              <a:t>уязвимость, основанная на внедрении в запрос произвольного SQL-кода, тем самым получая несанкционированный доступ к базе данных или выполняя вредоносные действия</a:t>
            </a:r>
            <a:r>
              <a:rPr lang="en-US" sz="2000" dirty="0"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CA182-2E92-66E4-3519-4D8E188D5E29}"/>
              </a:ext>
            </a:extLst>
          </p:cNvPr>
          <p:cNvSpPr txBox="1"/>
          <p:nvPr/>
        </p:nvSpPr>
        <p:spPr>
          <a:xfrm>
            <a:off x="310896" y="2035965"/>
            <a:ext cx="7821168" cy="1820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Основные причины возникновения </a:t>
            </a:r>
            <a:r>
              <a:rPr lang="ru-RU" sz="2400" b="1" i="0" dirty="0" err="1">
                <a:solidFill>
                  <a:srgbClr val="1A1C1F"/>
                </a:solidFill>
                <a:effectLst/>
                <a:latin typeface="+mj-lt"/>
              </a:rPr>
              <a:t>SQLi</a:t>
            </a: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: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динамическое формирование SQL-запросов;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включение пользовательских данных в строку запроса;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отсутствие параметризации запросов;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прямое использование значений из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request.args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и 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request.form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 в SQL.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6A254-442A-2BD1-D7C0-96BFEC6D56A9}"/>
              </a:ext>
            </a:extLst>
          </p:cNvPr>
          <p:cNvSpPr txBox="1"/>
          <p:nvPr/>
        </p:nvSpPr>
        <p:spPr>
          <a:xfrm>
            <a:off x="384048" y="4241363"/>
            <a:ext cx="7004304" cy="1820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Основные методы защиты: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параметризованные SQL-запросы;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отказ от конкатенации SQL-строк;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A1C1F"/>
                </a:solidFill>
                <a:latin typeface="+mj-lt"/>
              </a:rPr>
              <a:t>п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рименение белых списков</a:t>
            </a:r>
            <a:r>
              <a:rPr lang="ru-RU" sz="2000" dirty="0">
                <a:solidFill>
                  <a:srgbClr val="1A1C1F"/>
                </a:solidFill>
                <a:latin typeface="+mj-lt"/>
              </a:rPr>
              <a:t>;</a:t>
            </a:r>
            <a:endParaRPr lang="ru-RU" sz="2000" b="0" i="0" dirty="0">
              <a:solidFill>
                <a:srgbClr val="1A1C1F"/>
              </a:solidFill>
              <a:effectLst/>
              <a:latin typeface="+mj-lt"/>
            </a:endParaRP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разграничение прав доступа к БД.</a:t>
            </a:r>
          </a:p>
        </p:txBody>
      </p:sp>
    </p:spTree>
    <p:extLst>
      <p:ext uri="{BB962C8B-B14F-4D97-AF65-F5344CB8AC3E}">
        <p14:creationId xmlns:p14="http://schemas.microsoft.com/office/powerpoint/2010/main" val="403455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06B9-567E-A315-5140-4E6C3C7B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D930F3-1A96-8A07-CB34-E75A9764A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7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7157308-5E36-B8CB-3C8E-E21B4A56510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2672" y="205693"/>
            <a:ext cx="9328558" cy="476250"/>
          </a:xfrm>
        </p:spPr>
        <p:txBody>
          <a:bodyPr rtlCol="0">
            <a:noAutofit/>
          </a:bodyPr>
          <a:lstStyle/>
          <a:p>
            <a:r>
              <a:rPr lang="ru-RU" dirty="0">
                <a:solidFill>
                  <a:srgbClr val="1A1C1F"/>
                </a:solidFill>
                <a:latin typeface="-apple-system"/>
              </a:rPr>
              <a:t>Структура разработанного анализатора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456CD-819A-1E25-4911-6E8560B63D60}"/>
              </a:ext>
            </a:extLst>
          </p:cNvPr>
          <p:cNvSpPr txBox="1"/>
          <p:nvPr/>
        </p:nvSpPr>
        <p:spPr>
          <a:xfrm>
            <a:off x="374273" y="1124564"/>
            <a:ext cx="740747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Разработанный анализатор включает следующие основные </a:t>
            </a:r>
            <a:r>
              <a:rPr lang="ru-RU" sz="2200" b="1" i="0" dirty="0">
                <a:solidFill>
                  <a:srgbClr val="1A1C1F"/>
                </a:solidFill>
                <a:effectLst/>
                <a:latin typeface="+mj-lt"/>
              </a:rPr>
              <a:t>компоненты</a:t>
            </a:r>
            <a:r>
              <a:rPr lang="ru-RU" sz="2200" b="0" i="0" dirty="0">
                <a:solidFill>
                  <a:srgbClr val="1A1C1F"/>
                </a:solidFill>
                <a:effectLst/>
                <a:latin typeface="+mj-lt"/>
              </a:rPr>
              <a:t>:</a:t>
            </a:r>
            <a:br>
              <a:rPr lang="ru-RU" sz="2200" dirty="0">
                <a:latin typeface="+mj-lt"/>
              </a:rPr>
            </a:br>
            <a:endParaRPr lang="en-US" sz="2200" dirty="0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99EB1-2ADD-647F-5931-81EFB912F48B}"/>
              </a:ext>
            </a:extLst>
          </p:cNvPr>
          <p:cNvSpPr txBox="1"/>
          <p:nvPr/>
        </p:nvSpPr>
        <p:spPr>
          <a:xfrm>
            <a:off x="402671" y="2360077"/>
            <a:ext cx="6501467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модуль загрузки файлов и каталогов</a:t>
            </a:r>
            <a:endParaRPr lang="en-US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модуль обхода структуры проекта</a:t>
            </a:r>
            <a:endParaRPr lang="en-US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модуль анализа Python-кода</a:t>
            </a:r>
            <a:endParaRPr lang="en-US" sz="20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модуль анализа HTML- и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Jinja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-шаблонов</a:t>
            </a:r>
            <a:endParaRPr lang="en-US" sz="2000" b="0" i="0" dirty="0">
              <a:solidFill>
                <a:srgbClr val="1A1C1F"/>
              </a:solidFill>
              <a:effectLst/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модуль формирования находок</a:t>
            </a:r>
            <a:endParaRPr lang="en-US" sz="2000" b="0" i="0" dirty="0">
              <a:solidFill>
                <a:srgbClr val="1A1C1F"/>
              </a:solidFill>
              <a:effectLst/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модуль построения HTML-отчета</a:t>
            </a:r>
            <a:endParaRPr lang="en-US" sz="2000" b="0" i="0" dirty="0">
              <a:solidFill>
                <a:srgbClr val="1A1C1F"/>
              </a:solidFill>
              <a:effectLst/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веб-интерфейс запуска анализа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10162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F59C2-C00C-8BCB-9AD1-D4E09EE26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59553A-06C2-F53B-6683-89B21A95C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8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176D8B4-545E-0BD9-8757-CE8AB91B5F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2672" y="205693"/>
            <a:ext cx="9328558" cy="476250"/>
          </a:xfrm>
        </p:spPr>
        <p:txBody>
          <a:bodyPr rtlCol="0">
            <a:noAutofit/>
          </a:bodyPr>
          <a:lstStyle/>
          <a:p>
            <a:r>
              <a:rPr lang="ru-RU" dirty="0">
                <a:solidFill>
                  <a:srgbClr val="1A1C1F"/>
                </a:solidFill>
                <a:latin typeface="-apple-system"/>
              </a:rPr>
              <a:t>Архитектура разработанного анализатора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9CD1777-9E06-2D4B-410D-ECADF53AF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28" y="974029"/>
            <a:ext cx="8028265" cy="49719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B7E30C-5259-5816-B957-28BC876405CC}"/>
              </a:ext>
            </a:extLst>
          </p:cNvPr>
          <p:cNvSpPr txBox="1"/>
          <p:nvPr/>
        </p:nvSpPr>
        <p:spPr>
          <a:xfrm>
            <a:off x="190839" y="6007234"/>
            <a:ext cx="8762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solidFill>
                  <a:srgbClr val="000000"/>
                </a:solidFill>
                <a:latin typeface="+mj-lt"/>
              </a:rPr>
              <a:t>Рис. 1 — </a:t>
            </a:r>
            <a:r>
              <a:rPr lang="ru-RU" sz="2400" dirty="0"/>
              <a:t>Диаграмма компонентов</a:t>
            </a:r>
            <a:endParaRPr lang="ru-RU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43503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7384-871A-F1E5-498A-76DB9A17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7A4359-4256-6F1D-012E-5A43DD26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9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6247E70-E79F-1786-3FC3-C954E036F0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48848" y="266653"/>
            <a:ext cx="9328558" cy="476250"/>
          </a:xfrm>
        </p:spPr>
        <p:txBody>
          <a:bodyPr rtlCol="0">
            <a:noAutofit/>
          </a:bodyPr>
          <a:lstStyle/>
          <a:p>
            <a:r>
              <a:rPr lang="ru-RU" dirty="0">
                <a:latin typeface="+mj-lt"/>
              </a:rPr>
              <a:t>Анализ Python-кода на основе AST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AF5CF-5404-A30B-0B23-7650C4735567}"/>
              </a:ext>
            </a:extLst>
          </p:cNvPr>
          <p:cNvSpPr txBox="1"/>
          <p:nvPr/>
        </p:nvSpPr>
        <p:spPr>
          <a:xfrm>
            <a:off x="248096" y="1565540"/>
            <a:ext cx="86478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+mj-lt"/>
              </a:rPr>
              <a:t>AST (</a:t>
            </a:r>
            <a:r>
              <a:rPr lang="ru-RU" sz="2000" b="1" dirty="0" err="1">
                <a:latin typeface="+mj-lt"/>
              </a:rPr>
              <a:t>Abstract</a:t>
            </a:r>
            <a:r>
              <a:rPr lang="ru-RU" sz="2000" b="1" dirty="0">
                <a:latin typeface="+mj-lt"/>
              </a:rPr>
              <a:t> </a:t>
            </a:r>
            <a:r>
              <a:rPr lang="ru-RU" sz="2000" b="1" dirty="0" err="1">
                <a:latin typeface="+mj-lt"/>
              </a:rPr>
              <a:t>Syntax</a:t>
            </a:r>
            <a:r>
              <a:rPr lang="ru-RU" sz="2000" b="1" dirty="0">
                <a:latin typeface="+mj-lt"/>
              </a:rPr>
              <a:t> </a:t>
            </a:r>
            <a:r>
              <a:rPr lang="ru-RU" sz="2000" b="1" dirty="0" err="1">
                <a:latin typeface="+mj-lt"/>
              </a:rPr>
              <a:t>Tree</a:t>
            </a:r>
            <a:r>
              <a:rPr lang="ru-RU" sz="2000" b="1" dirty="0">
                <a:latin typeface="+mj-lt"/>
              </a:rPr>
              <a:t>) </a:t>
            </a:r>
            <a:r>
              <a:rPr lang="ru-RU" sz="2000" dirty="0">
                <a:latin typeface="+mj-lt"/>
              </a:rPr>
              <a:t>— это абстрактное синтаксическое дерево программы, отражающее её структуру в виде узлов.</a:t>
            </a:r>
            <a:endParaRPr lang="en-US" sz="24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8BD151-A674-9C6F-27A3-416AF88F7F40}"/>
              </a:ext>
            </a:extLst>
          </p:cNvPr>
          <p:cNvSpPr txBox="1"/>
          <p:nvPr/>
        </p:nvSpPr>
        <p:spPr>
          <a:xfrm>
            <a:off x="248096" y="2702264"/>
            <a:ext cx="6711696" cy="259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Использование AST в анализаторе позволяет: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находить определения функций и маршрутов </a:t>
            </a:r>
            <a:r>
              <a:rPr lang="ru-RU" sz="2000" b="0" i="0" dirty="0" err="1">
                <a:solidFill>
                  <a:srgbClr val="1A1C1F"/>
                </a:solidFill>
                <a:effectLst/>
                <a:latin typeface="+mj-lt"/>
              </a:rPr>
              <a:t>Flask</a:t>
            </a: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отслеживать присваивания переменных;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выявлять вызовы опасных функций и методов;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анализировать возврат HTML-ответов;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проверять выполнение SQL-запросов;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A1C1F"/>
                </a:solidFill>
                <a:effectLst/>
                <a:latin typeface="+mj-lt"/>
              </a:rPr>
              <a:t>определять маршруты без видимой CSRF-защиты.</a:t>
            </a:r>
          </a:p>
        </p:txBody>
      </p:sp>
    </p:spTree>
    <p:extLst>
      <p:ext uri="{BB962C8B-B14F-4D97-AF65-F5344CB8AC3E}">
        <p14:creationId xmlns:p14="http://schemas.microsoft.com/office/powerpoint/2010/main" val="204632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C0A9-0063-D1D2-77B1-207C7242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EA26B7-FB29-CD33-B7F4-AE43D6BA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10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67F227-87D8-9DBD-DB0E-1776B7EB2A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2672" y="205693"/>
            <a:ext cx="9328558" cy="476250"/>
          </a:xfrm>
        </p:spPr>
        <p:txBody>
          <a:bodyPr rtlCol="0">
            <a:noAutofit/>
          </a:bodyPr>
          <a:lstStyle/>
          <a:p>
            <a:r>
              <a:rPr lang="ru-RU" dirty="0">
                <a:latin typeface="+mj-lt"/>
              </a:rPr>
              <a:t>Анализ HTML- и </a:t>
            </a:r>
            <a:r>
              <a:rPr lang="ru-RU" dirty="0" err="1">
                <a:latin typeface="+mj-lt"/>
              </a:rPr>
              <a:t>Jinja</a:t>
            </a:r>
            <a:r>
              <a:rPr lang="ru-RU" dirty="0">
                <a:latin typeface="+mj-lt"/>
              </a:rPr>
              <a:t>-шаблонов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954D75-C7CB-EAAF-ED62-BFA54EDB5C29}"/>
              </a:ext>
            </a:extLst>
          </p:cNvPr>
          <p:cNvSpPr txBox="1"/>
          <p:nvPr/>
        </p:nvSpPr>
        <p:spPr>
          <a:xfrm>
            <a:off x="374273" y="1439474"/>
            <a:ext cx="740747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+mj-lt"/>
              </a:rPr>
              <a:t>Для проверки шаблонов используется поиск характерных опасных конструкций с помощью регулярных выражений.</a:t>
            </a:r>
            <a:br>
              <a:rPr lang="ru-RU" sz="2200" dirty="0">
                <a:latin typeface="+mj-lt"/>
              </a:rPr>
            </a:br>
            <a:endParaRPr lang="en-US" sz="22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7A86F-E818-0996-A148-4CF61EEDC21D}"/>
              </a:ext>
            </a:extLst>
          </p:cNvPr>
          <p:cNvSpPr txBox="1"/>
          <p:nvPr/>
        </p:nvSpPr>
        <p:spPr>
          <a:xfrm>
            <a:off x="402672" y="3243446"/>
            <a:ext cx="4864608" cy="1813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25"/>
              </a:lnSpc>
              <a:buNone/>
            </a:pPr>
            <a:r>
              <a:rPr lang="ru-RU" sz="2400" b="1" i="0" dirty="0">
                <a:solidFill>
                  <a:srgbClr val="1A1C1F"/>
                </a:solidFill>
                <a:effectLst/>
                <a:latin typeface="+mj-lt"/>
              </a:rPr>
              <a:t>Проверяемые конструкции: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использование фильтра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safe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отключение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autoescape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шаблонные переменные внутри блока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script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;</a:t>
            </a:r>
          </a:p>
          <a:p>
            <a:pPr algn="l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POST-формы без CSRF-токена.</a:t>
            </a:r>
          </a:p>
        </p:txBody>
      </p:sp>
    </p:spTree>
    <p:extLst>
      <p:ext uri="{BB962C8B-B14F-4D97-AF65-F5344CB8AC3E}">
        <p14:creationId xmlns:p14="http://schemas.microsoft.com/office/powerpoint/2010/main" val="2693837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7D84-0F56-26B9-0530-B557B992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F17BBDB4-A467-8528-0E8F-AD7E7AF94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t>11</a:t>
            </a:fld>
            <a:endParaRPr lang="ru-RU" sz="2000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E73B612-A45F-4F65-E0A1-F60EF21404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91349" y="-471957"/>
            <a:ext cx="8733443" cy="1089025"/>
          </a:xfrm>
        </p:spPr>
        <p:txBody>
          <a:bodyPr rtlCol="0">
            <a:normAutofit/>
          </a:bodyPr>
          <a:lstStyle/>
          <a:p>
            <a:r>
              <a:rPr lang="ru-RU" b="0" dirty="0"/>
              <a:t>Реализация правил выявления уязвимостей</a:t>
            </a:r>
            <a:endParaRPr lang="ru-RU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2AF25-F959-F060-FAFC-F9A25F8812FE}"/>
              </a:ext>
            </a:extLst>
          </p:cNvPr>
          <p:cNvSpPr txBox="1"/>
          <p:nvPr/>
        </p:nvSpPr>
        <p:spPr>
          <a:xfrm>
            <a:off x="291350" y="827647"/>
            <a:ext cx="8733442" cy="5808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buNone/>
            </a:pP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Правила для Python/</a:t>
            </a:r>
            <a:r>
              <a:rPr lang="ru-RU" b="1" i="0" dirty="0" err="1">
                <a:solidFill>
                  <a:srgbClr val="1A1C1F"/>
                </a:solidFill>
                <a:effectLst/>
                <a:latin typeface="+mj-lt"/>
              </a:rPr>
              <a:t>Flask</a:t>
            </a: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-кода: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SQLI-001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</a:t>
            </a:r>
            <a:r>
              <a:rPr lang="en-US" b="0" i="0" dirty="0">
                <a:solidFill>
                  <a:srgbClr val="1A1C1F"/>
                </a:solidFill>
                <a:effectLst/>
                <a:latin typeface="+mj-lt"/>
              </a:rPr>
              <a:t> 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динамическое формирование SQL-запроса до его выполнения.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SQLI-002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</a:t>
            </a:r>
            <a:r>
              <a:rPr lang="en-US" b="0" i="0" dirty="0">
                <a:solidFill>
                  <a:srgbClr val="1A1C1F"/>
                </a:solidFill>
                <a:effectLst/>
                <a:latin typeface="+mj-lt"/>
              </a:rPr>
              <a:t> 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передача пользовательских данных в выполняемый SQL-запрос.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SQLI-003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 выполнение динамически сформированного SQL без параметризации.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XSS-001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  возврат HTML-ответа, содержащего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недоверенные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 данные.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XSS-002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 передача динамического содержимого в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render_template_string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и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Markup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FLASK-CSRF-001 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— обнаруживает маршруты, изменяющие состояние приложения, без видимой CSRF-защиты.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FLASK-CONFIG-001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 выявляет запуск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Flask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-приложения в режиме отладки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debug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=True.</a:t>
            </a:r>
          </a:p>
          <a:p>
            <a:pPr algn="l">
              <a:lnSpc>
                <a:spcPts val="2800"/>
              </a:lnSpc>
              <a:buNone/>
            </a:pPr>
            <a:endParaRPr lang="ru-RU" b="0" i="0" dirty="0">
              <a:solidFill>
                <a:srgbClr val="1A1C1F"/>
              </a:solidFill>
              <a:effectLst/>
              <a:latin typeface="+mj-lt"/>
            </a:endParaRPr>
          </a:p>
          <a:p>
            <a:pPr algn="l">
              <a:lnSpc>
                <a:spcPts val="2800"/>
              </a:lnSpc>
              <a:buNone/>
            </a:pP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Правила для HTML- и </a:t>
            </a:r>
            <a:r>
              <a:rPr lang="ru-RU" b="1" i="0" dirty="0" err="1">
                <a:solidFill>
                  <a:srgbClr val="1A1C1F"/>
                </a:solidFill>
                <a:effectLst/>
                <a:latin typeface="+mj-lt"/>
              </a:rPr>
              <a:t>Jinja</a:t>
            </a: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-шаблонов: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XSS-TPL-001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 фиксирует использование фильтра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safe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, отключающего экранирование.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XSS-TPL-002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 обнаруживает отключение автоматического экранирования через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autoescape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 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false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XSS-TPL-003 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— выявляет вставку шаблонных переменных внутрь блока </a:t>
            </a:r>
            <a:r>
              <a:rPr lang="ru-RU" b="0" i="0" dirty="0" err="1">
                <a:solidFill>
                  <a:srgbClr val="1A1C1F"/>
                </a:solidFill>
                <a:effectLst/>
                <a:latin typeface="+mj-lt"/>
              </a:rPr>
              <a:t>script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без.</a:t>
            </a:r>
            <a:br>
              <a:rPr lang="ru-RU" b="0" i="0" dirty="0">
                <a:solidFill>
                  <a:srgbClr val="1A1C1F"/>
                </a:solidFill>
                <a:effectLst/>
                <a:latin typeface="+mj-lt"/>
              </a:rPr>
            </a:br>
            <a:r>
              <a:rPr lang="ru-RU" b="1" i="0" dirty="0">
                <a:solidFill>
                  <a:srgbClr val="1A1C1F"/>
                </a:solidFill>
                <a:effectLst/>
                <a:latin typeface="+mj-lt"/>
              </a:rPr>
              <a:t>CSRF-TPL-001</a:t>
            </a:r>
            <a:r>
              <a:rPr lang="ru-RU" b="0" i="0" dirty="0">
                <a:solidFill>
                  <a:srgbClr val="1A1C1F"/>
                </a:solidFill>
                <a:effectLst/>
                <a:latin typeface="+mj-lt"/>
              </a:rPr>
              <a:t> — обнаруживает POST-формы без CSRF-токена.</a:t>
            </a:r>
          </a:p>
        </p:txBody>
      </p:sp>
    </p:spTree>
    <p:extLst>
      <p:ext uri="{BB962C8B-B14F-4D97-AF65-F5344CB8AC3E}">
        <p14:creationId xmlns:p14="http://schemas.microsoft.com/office/powerpoint/2010/main" val="261580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BF319-DA87-8843-2656-FAB0E0A9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CAF1F6-F5FC-1A19-B027-BA897A1D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12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F26CC62C-15C7-4772-D2BD-63E5F99471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144000" cy="1050348"/>
          </a:xfrm>
        </p:spPr>
        <p:txBody>
          <a:bodyPr rtlCol="0">
            <a:noAutofit/>
          </a:bodyPr>
          <a:lstStyle/>
          <a:p>
            <a:pPr algn="ctr"/>
            <a:r>
              <a:rPr lang="ru-RU" dirty="0">
                <a:latin typeface="+mj-lt"/>
              </a:rPr>
              <a:t>Взаимодействие пользователя </a:t>
            </a:r>
            <a:br>
              <a:rPr lang="ru-RU" dirty="0">
                <a:latin typeface="+mj-lt"/>
              </a:rPr>
            </a:br>
            <a:r>
              <a:rPr lang="ru-RU" dirty="0">
                <a:latin typeface="+mj-lt"/>
              </a:rPr>
              <a:t>с веб-интерфейсом анализатора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19C386-0717-B88E-0C31-2A4828DD6A19}"/>
              </a:ext>
            </a:extLst>
          </p:cNvPr>
          <p:cNvSpPr txBox="1"/>
          <p:nvPr/>
        </p:nvSpPr>
        <p:spPr>
          <a:xfrm>
            <a:off x="190839" y="5893937"/>
            <a:ext cx="8762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solidFill>
                  <a:srgbClr val="000000"/>
                </a:solidFill>
                <a:latin typeface="+mj-lt"/>
              </a:rPr>
              <a:t>Рис. 2 — </a:t>
            </a:r>
            <a:r>
              <a:rPr lang="ru-RU" sz="2400" dirty="0"/>
              <a:t>Диаграмма вариантов использования</a:t>
            </a:r>
            <a:endParaRPr lang="ru-RU" sz="22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9459CB-203A-8706-71E0-9EAC7BE7E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236" y="1187677"/>
            <a:ext cx="68675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094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EB507-D0DF-826F-0B7A-AB39AED9B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A6263AC6-D8B5-FF6E-8D93-50B9EE9CA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t>13</a:t>
            </a:fld>
            <a:endParaRPr lang="ru-RU" sz="2000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A50202F9-8F87-5FBE-3D4A-418DEE0511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575" y="-361795"/>
            <a:ext cx="7543800" cy="1089025"/>
          </a:xfrm>
        </p:spPr>
        <p:txBody>
          <a:bodyPr rtlCol="0">
            <a:normAutofit/>
          </a:bodyPr>
          <a:lstStyle/>
          <a:p>
            <a:pPr rtl="0"/>
            <a:r>
              <a:rPr lang="ru-RU" sz="4000" dirty="0"/>
              <a:t>Пользовательский интерфейс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C1998A-C128-82C4-ECB1-22A3691ED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0565"/>
            <a:ext cx="9144000" cy="4336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30FC30-CBE2-520F-5198-1C45CC9FE32B}"/>
              </a:ext>
            </a:extLst>
          </p:cNvPr>
          <p:cNvSpPr txBox="1"/>
          <p:nvPr/>
        </p:nvSpPr>
        <p:spPr>
          <a:xfrm>
            <a:off x="190839" y="5893937"/>
            <a:ext cx="8762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solidFill>
                  <a:srgbClr val="000000"/>
                </a:solidFill>
                <a:latin typeface="+mj-lt"/>
              </a:rPr>
              <a:t>Рис. 3 — </a:t>
            </a:r>
            <a:r>
              <a:rPr lang="ru-RU" sz="2400" dirty="0"/>
              <a:t>Интерфейс веб-анализатора</a:t>
            </a:r>
            <a:endParaRPr lang="ru-RU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36223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BAC1-8A7E-7611-8766-63CBC84C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04DF91B1-25E6-55F9-B2D8-FB4CB1426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t>14</a:t>
            </a:fld>
            <a:endParaRPr lang="ru-RU" sz="2000" dirty="0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C138CAC-25BC-7695-C781-40DEA12F0C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575" y="-361795"/>
            <a:ext cx="7543800" cy="1089025"/>
          </a:xfrm>
        </p:spPr>
        <p:txBody>
          <a:bodyPr rtlCol="0">
            <a:normAutofit/>
          </a:bodyPr>
          <a:lstStyle/>
          <a:p>
            <a:pPr rtl="0"/>
            <a:r>
              <a:rPr lang="ru-RU" sz="4000" dirty="0"/>
              <a:t>Пользовательский интерфейс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4F0BEB-EE7D-34FC-0E98-B0FC2525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73" y="727230"/>
            <a:ext cx="8789653" cy="52084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FC56EA-45FB-258E-FE76-2A7BA541643F}"/>
              </a:ext>
            </a:extLst>
          </p:cNvPr>
          <p:cNvSpPr txBox="1"/>
          <p:nvPr/>
        </p:nvSpPr>
        <p:spPr>
          <a:xfrm>
            <a:off x="204505" y="6060675"/>
            <a:ext cx="87623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00" dirty="0">
                <a:solidFill>
                  <a:srgbClr val="000000"/>
                </a:solidFill>
                <a:latin typeface="+mj-lt"/>
              </a:rPr>
              <a:t>Рис. 4 — </a:t>
            </a:r>
            <a:r>
              <a:rPr lang="ru-RU" sz="2400" dirty="0"/>
              <a:t>Отображение результатов в статическом анализаторе</a:t>
            </a:r>
            <a:endParaRPr lang="ru-RU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3470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161C-F25B-9EE5-15DF-586C1AA68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995646-2242-C24A-3B7F-5292B94B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ru-RU" sz="2000"/>
              <a:pPr rtl="0"/>
              <a:t>15</a:t>
            </a:fld>
            <a:endParaRPr lang="ru-RU" noProof="0" dirty="0"/>
          </a:p>
        </p:txBody>
      </p:sp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E1B479D-DEA2-AD96-C11B-C36C7BED837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41502" y="338361"/>
            <a:ext cx="4540250" cy="476250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sz="4400" dirty="0"/>
              <a:t>Результаты</a:t>
            </a:r>
            <a:endParaRPr lang="ru-RU"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08A74C-1B08-982C-E550-686E6833FF6D}"/>
              </a:ext>
            </a:extLst>
          </p:cNvPr>
          <p:cNvSpPr txBox="1"/>
          <p:nvPr/>
        </p:nvSpPr>
        <p:spPr>
          <a:xfrm>
            <a:off x="-20098" y="1691877"/>
            <a:ext cx="5103376" cy="3461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2400"/>
              </a:lnSpc>
              <a:buAutoNum type="arabicParenR"/>
            </a:pPr>
            <a:r>
              <a:rPr lang="ru-RU" dirty="0">
                <a:latin typeface="+mj-lt"/>
              </a:rPr>
              <a:t>Изучены основные угрозы безопасности веб-приложений</a:t>
            </a:r>
          </a:p>
          <a:p>
            <a:pPr marL="457200" indent="-457200">
              <a:lnSpc>
                <a:spcPts val="2400"/>
              </a:lnSpc>
              <a:buAutoNum type="arabicParenR"/>
            </a:pPr>
            <a:r>
              <a:rPr lang="ru-RU" dirty="0">
                <a:latin typeface="+mj-lt"/>
              </a:rPr>
              <a:t>Проанализированы причины возникновения XSS, </a:t>
            </a:r>
            <a:r>
              <a:rPr lang="ru-RU" dirty="0" err="1">
                <a:latin typeface="+mj-lt"/>
              </a:rPr>
              <a:t>SQLi</a:t>
            </a:r>
            <a:r>
              <a:rPr lang="ru-RU" dirty="0">
                <a:latin typeface="+mj-lt"/>
              </a:rPr>
              <a:t> и CSRF</a:t>
            </a:r>
          </a:p>
          <a:p>
            <a:pPr marL="457200" indent="-457200">
              <a:lnSpc>
                <a:spcPts val="2400"/>
              </a:lnSpc>
              <a:buAutoNum type="arabicParenR"/>
            </a:pPr>
            <a:r>
              <a:rPr lang="ru-RU" dirty="0">
                <a:latin typeface="+mj-lt"/>
              </a:rPr>
              <a:t>Рассмотрены основные методы защиты от данных уязвимостей</a:t>
            </a:r>
          </a:p>
          <a:p>
            <a:pPr marL="457200" indent="-457200">
              <a:lnSpc>
                <a:spcPts val="2400"/>
              </a:lnSpc>
              <a:buAutoNum type="arabicParenR"/>
            </a:pPr>
            <a:r>
              <a:rPr lang="ru-RU" dirty="0">
                <a:latin typeface="+mj-lt"/>
              </a:rPr>
              <a:t>Спроектирован и реализован статический анализатор для Python/</a:t>
            </a:r>
            <a:r>
              <a:rPr lang="ru-RU" dirty="0" err="1">
                <a:latin typeface="+mj-lt"/>
              </a:rPr>
              <a:t>Flask</a:t>
            </a:r>
            <a:r>
              <a:rPr lang="ru-RU" dirty="0">
                <a:latin typeface="+mj-lt"/>
              </a:rPr>
              <a:t>-приложений</a:t>
            </a:r>
          </a:p>
          <a:p>
            <a:pPr marL="457200" indent="-457200">
              <a:lnSpc>
                <a:spcPts val="2400"/>
              </a:lnSpc>
              <a:buAutoNum type="arabicParenR"/>
            </a:pPr>
            <a:r>
              <a:rPr lang="ru-RU" dirty="0">
                <a:latin typeface="+mj-lt"/>
              </a:rPr>
              <a:t>Разработан веб-интерфейс запуска анализа</a:t>
            </a:r>
          </a:p>
          <a:p>
            <a:pPr marL="457200" indent="-457200">
              <a:lnSpc>
                <a:spcPts val="2400"/>
              </a:lnSpc>
              <a:buAutoNum type="arabicParenR"/>
            </a:pPr>
            <a:r>
              <a:rPr lang="ru-RU" dirty="0">
                <a:latin typeface="+mj-lt"/>
              </a:rPr>
              <a:t>Проведено тестирование, подтвердившее работоспособность инструмента</a:t>
            </a:r>
            <a:endParaRPr lang="ru-RU" b="1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6CBB5B-A74C-021E-25D0-E72DC064E9D3}"/>
              </a:ext>
            </a:extLst>
          </p:cNvPr>
          <p:cNvSpPr txBox="1"/>
          <p:nvPr/>
        </p:nvSpPr>
        <p:spPr>
          <a:xfrm>
            <a:off x="72418" y="753990"/>
            <a:ext cx="876232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200" dirty="0">
                <a:solidFill>
                  <a:srgbClr val="000000"/>
                </a:solidFill>
                <a:latin typeface="+mj-lt"/>
              </a:rPr>
              <a:t>В</a:t>
            </a:r>
            <a:r>
              <a:rPr lang="ru-RU" sz="2200" dirty="0">
                <a:solidFill>
                  <a:srgbClr val="FFFFFF"/>
                </a:solidFill>
                <a:latin typeface="+mj-lt"/>
              </a:rPr>
              <a:t>/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рамках</a:t>
            </a:r>
            <a:r>
              <a:rPr lang="ru-RU" sz="2200" dirty="0">
                <a:solidFill>
                  <a:srgbClr val="FFFFFF"/>
                </a:solidFill>
                <a:latin typeface="+mj-lt"/>
              </a:rPr>
              <a:t>/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выполнения</a:t>
            </a:r>
            <a:r>
              <a:rPr lang="ru-RU" sz="2200" dirty="0">
                <a:solidFill>
                  <a:srgbClr val="FFFFFF"/>
                </a:solidFill>
                <a:latin typeface="+mj-lt"/>
              </a:rPr>
              <a:t>/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научно-исследовательской работы</a:t>
            </a:r>
            <a:r>
              <a:rPr lang="ru-RU" sz="2200" dirty="0">
                <a:solidFill>
                  <a:srgbClr val="FFFFFF"/>
                </a:solidFill>
                <a:latin typeface="+mj-lt"/>
              </a:rPr>
              <a:t> 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были</a:t>
            </a:r>
            <a:r>
              <a:rPr lang="ru-RU" sz="2200" dirty="0">
                <a:solidFill>
                  <a:srgbClr val="FFFFFF"/>
                </a:solidFill>
                <a:latin typeface="+mj-lt"/>
              </a:rPr>
              <a:t> 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получены</a:t>
            </a:r>
            <a:r>
              <a:rPr lang="ru-RU" sz="2200" dirty="0">
                <a:solidFill>
                  <a:srgbClr val="FFFFFF"/>
                </a:solidFill>
                <a:latin typeface="+mj-lt"/>
              </a:rPr>
              <a:t> 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следующие </a:t>
            </a:r>
            <a:r>
              <a:rPr lang="ru-RU" sz="2200" b="1" dirty="0">
                <a:solidFill>
                  <a:srgbClr val="000000"/>
                </a:solidFill>
                <a:latin typeface="+mj-lt"/>
              </a:rPr>
              <a:t>результаты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: </a:t>
            </a:r>
            <a:endParaRPr lang="ru-RU" sz="2200" dirty="0">
              <a:latin typeface="+mj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733D287-8D88-2C20-CBCE-C221BFA61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001" y="2023230"/>
            <a:ext cx="2816052" cy="27991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7A7E4C-9942-0A08-EE7E-3790D5632DCC}"/>
              </a:ext>
            </a:extLst>
          </p:cNvPr>
          <p:cNvSpPr txBox="1"/>
          <p:nvPr/>
        </p:nvSpPr>
        <p:spPr>
          <a:xfrm>
            <a:off x="5338917" y="4822368"/>
            <a:ext cx="42627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00"/>
                </a:solidFill>
                <a:latin typeface="+mj-lt"/>
              </a:rPr>
              <a:t>QR-</a:t>
            </a:r>
            <a:r>
              <a:rPr lang="ru-RU" sz="2200" dirty="0">
                <a:solidFill>
                  <a:srgbClr val="000000"/>
                </a:solidFill>
                <a:latin typeface="+mj-lt"/>
              </a:rPr>
              <a:t>код на репозиторий </a:t>
            </a:r>
            <a:r>
              <a:rPr lang="en-US" sz="2200" dirty="0">
                <a:solidFill>
                  <a:srgbClr val="000000"/>
                </a:solidFill>
                <a:latin typeface="+mj-lt"/>
              </a:rPr>
              <a:t>GitHub</a:t>
            </a:r>
            <a:endParaRPr lang="ru-RU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9186790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167586_TF33476885.potx" id="{050EF630-A309-4220-9074-EFAF69653A0A}" vid="{EAD3587A-A5A2-4186-BFE3-098457E9F5F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16c05727-aa75-4e4a-9b5f-8a80a1165891"/>
    <ds:schemaRef ds:uri="http://www.w3.org/XML/1998/namespace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Классическая презентация для всех сотрудников компании</Template>
  <TotalTime>1387</TotalTime>
  <Words>932</Words>
  <Application>Microsoft Office PowerPoint</Application>
  <PresentationFormat>Экран (4:3)</PresentationFormat>
  <Paragraphs>149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-apple-system</vt:lpstr>
      <vt:lpstr>Arial</vt:lpstr>
      <vt:lpstr>Calibri</vt:lpstr>
      <vt:lpstr>Wingdings</vt:lpstr>
      <vt:lpstr>RetrospectVTI</vt:lpstr>
      <vt:lpstr>Методы защиты веб-приложений</vt:lpstr>
      <vt:lpstr>Цель и задачи</vt:lpstr>
      <vt:lpstr>Актуальность</vt:lpstr>
      <vt:lpstr>XSS</vt:lpstr>
      <vt:lpstr>CSRF</vt:lpstr>
      <vt:lpstr>SQLi</vt:lpstr>
      <vt:lpstr>Структура разработанного анализатора</vt:lpstr>
      <vt:lpstr>Архитектура разработанного анализатора</vt:lpstr>
      <vt:lpstr>Анализ Python-кода на основе AST</vt:lpstr>
      <vt:lpstr>Анализ HTML- и Jinja-шаблонов</vt:lpstr>
      <vt:lpstr>Реализация правил выявления уязвимостей</vt:lpstr>
      <vt:lpstr>Взаимодействие пользователя  с веб-интерфейсом анализатора</vt:lpstr>
      <vt:lpstr>Пользовательский интерфейс</vt:lpstr>
      <vt:lpstr>Пользовательский интерфейс</vt:lpstr>
      <vt:lpstr>Результаты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Виктория Назаренко</dc:creator>
  <cp:lastModifiedBy>Виктория Назаренко</cp:lastModifiedBy>
  <cp:revision>16</cp:revision>
  <dcterms:created xsi:type="dcterms:W3CDTF">2025-06-03T14:09:13Z</dcterms:created>
  <dcterms:modified xsi:type="dcterms:W3CDTF">2026-06-08T21:32:53Z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